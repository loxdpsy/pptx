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gif" ContentType="image/gif"/>
  <Default Extension="png" ContentType="image/png"/>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1.xml" ContentType="application/vnd.openxmlformats-officedocument.theme+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presentation.xml" ContentType="application/vnd.openxmlformats-officedocument.presentationml.presentation.main+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9144000" cy="6858000"/>
  <p:notesSz cx="6858000" cy="9144000"/>
  <p:defaultTextStyle>
    <a:lvl1pPr algn="l" rtl="0" eaLnBrk="0" hangingPunct="0" fontAlgn="base">
      <a:spcBef>
        <a:spcPct val="0"/>
      </a:spcBef>
      <a:spcAft>
        <a:spcPct val="0"/>
      </a:spcAft>
      <a:defRPr kern="1200">
        <a:solidFill>
          <a:schemeClr val="tx1"/>
        </a:solidFill>
        <a:latin typeface="Tw Cen MT"/>
        <a:ea typeface="+mn-ea"/>
        <a:cs typeface="Arial"/>
      </a:defRPr>
    </a:lvl1pPr>
    <a:lvl2pPr marL="457200" algn="l" rtl="0" eaLnBrk="0" hangingPunct="0" fontAlgn="base">
      <a:spcBef>
        <a:spcPct val="0"/>
      </a:spcBef>
      <a:spcAft>
        <a:spcPct val="0"/>
      </a:spcAft>
      <a:defRPr kern="1200">
        <a:solidFill>
          <a:schemeClr val="tx1"/>
        </a:solidFill>
        <a:latin typeface="Tw Cen MT"/>
        <a:ea typeface="+mn-ea"/>
        <a:cs typeface="Arial"/>
      </a:defRPr>
    </a:lvl2pPr>
    <a:lvl3pPr marL="914400" algn="l" rtl="0" eaLnBrk="0" hangingPunct="0" fontAlgn="base">
      <a:spcBef>
        <a:spcPct val="0"/>
      </a:spcBef>
      <a:spcAft>
        <a:spcPct val="0"/>
      </a:spcAft>
      <a:defRPr kern="1200">
        <a:solidFill>
          <a:schemeClr val="tx1"/>
        </a:solidFill>
        <a:latin typeface="Tw Cen MT"/>
        <a:ea typeface="+mn-ea"/>
        <a:cs typeface="Arial"/>
      </a:defRPr>
    </a:lvl3pPr>
    <a:lvl4pPr marL="1371600" algn="l" rtl="0" eaLnBrk="0" hangingPunct="0" fontAlgn="base">
      <a:spcBef>
        <a:spcPct val="0"/>
      </a:spcBef>
      <a:spcAft>
        <a:spcPct val="0"/>
      </a:spcAft>
      <a:defRPr kern="1200">
        <a:solidFill>
          <a:schemeClr val="tx1"/>
        </a:solidFill>
        <a:latin typeface="Tw Cen MT"/>
        <a:ea typeface="+mn-ea"/>
        <a:cs typeface="Arial"/>
      </a:defRPr>
    </a:lvl4pPr>
    <a:lvl5pPr marL="1828800" algn="l" rtl="0" eaLnBrk="0" hangingPunct="0" fontAlgn="base">
      <a:spcBef>
        <a:spcPct val="0"/>
      </a:spcBef>
      <a:spcAft>
        <a:spcPct val="0"/>
      </a:spcAft>
      <a:defRPr kern="1200">
        <a:solidFill>
          <a:schemeClr val="tx1"/>
        </a:solidFill>
        <a:latin typeface="Tw Cen MT"/>
        <a:ea typeface="+mn-ea"/>
        <a:cs typeface="Arial"/>
      </a:defRPr>
    </a:lvl5pPr>
    <a:lvl6pPr marL="2286000" algn="l" defTabSz="914400" rtl="0" eaLnBrk="1" latinLnBrk="0" hangingPunct="1">
      <a:defRPr kern="1200">
        <a:solidFill>
          <a:schemeClr val="tx1"/>
        </a:solidFill>
        <a:latin typeface="Tw Cen MT"/>
        <a:ea typeface="+mn-ea"/>
        <a:cs typeface="Arial"/>
      </a:defRPr>
    </a:lvl6pPr>
    <a:lvl7pPr marL="2743200" algn="l" defTabSz="914400" rtl="0" eaLnBrk="1" latinLnBrk="0" hangingPunct="1">
      <a:defRPr kern="1200">
        <a:solidFill>
          <a:schemeClr val="tx1"/>
        </a:solidFill>
        <a:latin typeface="Tw Cen MT"/>
        <a:ea typeface="+mn-ea"/>
        <a:cs typeface="Arial"/>
      </a:defRPr>
    </a:lvl7pPr>
    <a:lvl8pPr marL="3200400" algn="l" defTabSz="914400" rtl="0" eaLnBrk="1" latinLnBrk="0" hangingPunct="1">
      <a:defRPr kern="1200">
        <a:solidFill>
          <a:schemeClr val="tx1"/>
        </a:solidFill>
        <a:latin typeface="Tw Cen MT"/>
        <a:ea typeface="+mn-ea"/>
        <a:cs typeface="Arial"/>
      </a:defRPr>
    </a:lvl8pPr>
    <a:lvl9pPr marL="3657600" algn="l" defTabSz="914400" rtl="0" eaLnBrk="1" latinLnBrk="0" hangingPunct="1">
      <a:defRPr kern="1200">
        <a:solidFill>
          <a:schemeClr val="tx1"/>
        </a:solidFill>
        <a:latin typeface="Tw Cen MT"/>
        <a:ea typeface="+mn-ea"/>
        <a:cs typeface="Arial"/>
      </a:defRPr>
    </a:lvl9pPr>
  </p:defaultTextStyle>
  <p:extLst>
    <p:ext xmlns:a="http://schemas.openxmlformats.org/drawingml/2006/main" xmlns:p="http://schemas.openxmlformats.org/presentationml/2006/main"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theme" Target="theme/theme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a:prstGeom prst="rect">
            <a:avLst/>
          </a:prstGeo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a:prstGeom prst="rect">
            <a:avLst/>
          </a:prstGeo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lstStyle>
          <a:p>
            <a:fld id="{CF395B21-E8EE-4505-87E0-7B7F2C3DBBD0}" type="datetimeFigureOut">
              <a:rPr lang="en-IN"/>
              <a:t>17-10-2026</a:t>
            </a:fld>
            <a:endParaRPr lang="en-IN"/>
          </a:p>
        </p:txBody>
      </p:sp>
      <p:sp>
        <p:nvSpPr>
          <p:cNvPr id="5" name="Footer Placeholder 4"/>
          <p:cNvSpPr>
            <a:spLocks noGrp="1"/>
          </p:cNvSpPr>
          <p:nvPr>
            <p:ph type="ftr" sz="quarter" idx="11"/>
          </p:nvPr>
        </p:nvSpPr>
        <p:spPr/>
        <p:txBody>
          <a:bodyPr/>
          <a:lstStyle>
            <a:lvl1pPr/>
          </a:lstStyle>
          <a:p>
            <a:endParaRPr lang="en-IN"/>
          </a:p>
        </p:txBody>
      </p:sp>
      <p:sp>
        <p:nvSpPr>
          <p:cNvPr id="6" name="Slide Number Placeholder 5"/>
          <p:cNvSpPr>
            <a:spLocks noGrp="1"/>
          </p:cNvSpPr>
          <p:nvPr>
            <p:ph type="sldNum" sz="quarter" idx="12"/>
          </p:nvPr>
        </p:nvSpPr>
        <p:spPr/>
        <p:txBody>
          <a:bodyPr/>
          <a:lstStyle>
            <a:lvl1pPr/>
          </a:lstStyle>
          <a:p>
            <a:fld id="{7DDC6D5D-A00E-4AA9-84F2-364CBECE0EEA}" type="slidenum">
              <a:rPr lang="en-IN"/>
              <a:t>‹#›</a:t>
            </a:fld>
            <a:endParaRPr lang="en-I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lstStyle>
          <a:p>
            <a:fld id="{05E609E6-1126-4CCC-8F95-892B304C12E9}" type="datetimeFigureOut">
              <a:rPr lang="en-IN"/>
              <a:t>17-10-2026</a:t>
            </a:fld>
            <a:endParaRPr lang="en-IN"/>
          </a:p>
        </p:txBody>
      </p:sp>
      <p:sp>
        <p:nvSpPr>
          <p:cNvPr id="5" name="Footer Placeholder 4"/>
          <p:cNvSpPr>
            <a:spLocks noGrp="1"/>
          </p:cNvSpPr>
          <p:nvPr>
            <p:ph type="ftr" sz="quarter" idx="11"/>
          </p:nvPr>
        </p:nvSpPr>
        <p:spPr/>
        <p:txBody>
          <a:bodyPr/>
          <a:lstStyle>
            <a:lvl1pPr/>
          </a:lstStyle>
          <a:p>
            <a:endParaRPr lang="en-IN"/>
          </a:p>
        </p:txBody>
      </p:sp>
      <p:sp>
        <p:nvSpPr>
          <p:cNvPr id="6" name="Slide Number Placeholder 5"/>
          <p:cNvSpPr>
            <a:spLocks noGrp="1"/>
          </p:cNvSpPr>
          <p:nvPr>
            <p:ph type="sldNum" sz="quarter" idx="12"/>
          </p:nvPr>
        </p:nvSpPr>
        <p:spPr/>
        <p:txBody>
          <a:bodyPr/>
          <a:lstStyle>
            <a:lvl1pPr/>
          </a:lstStyle>
          <a:p>
            <a:fld id="{EDCD0F9E-EF7E-4C26-8662-25A73F2263DD}" type="slidenum">
              <a:rPr lang="en-IN"/>
              <a:t>‹#›</a:t>
            </a:fld>
            <a:endParaRPr lang="en-I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a:prstGeom prst="rect">
            <a:avLst/>
          </a:prstGeo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r>
              <a:rPr lang="en-US"/>
              <a:t>Click to edit Master text styles</a:t>
            </a:r>
          </a:p>
        </p:txBody>
      </p:sp>
      <p:sp>
        <p:nvSpPr>
          <p:cNvPr id="4" name="Date Placeholder 3"/>
          <p:cNvSpPr>
            <a:spLocks noGrp="1"/>
          </p:cNvSpPr>
          <p:nvPr>
            <p:ph type="dt" sz="half" idx="10"/>
          </p:nvPr>
        </p:nvSpPr>
        <p:spPr/>
        <p:txBody>
          <a:bodyPr/>
          <a:lstStyle>
            <a:lvl1pPr/>
          </a:lstStyle>
          <a:p>
            <a:fld id="{B43082BF-5467-4883-8896-824F7369BC9A}" type="datetimeFigureOut">
              <a:rPr lang="en-IN"/>
              <a:t>17-10-2026</a:t>
            </a:fld>
            <a:endParaRPr lang="en-IN"/>
          </a:p>
        </p:txBody>
      </p:sp>
      <p:sp>
        <p:nvSpPr>
          <p:cNvPr id="5" name="Footer Placeholder 4"/>
          <p:cNvSpPr>
            <a:spLocks noGrp="1"/>
          </p:cNvSpPr>
          <p:nvPr>
            <p:ph type="ftr" sz="quarter" idx="11"/>
          </p:nvPr>
        </p:nvSpPr>
        <p:spPr/>
        <p:txBody>
          <a:bodyPr/>
          <a:lstStyle>
            <a:lvl1pPr/>
          </a:lstStyle>
          <a:p>
            <a:endParaRPr lang="en-IN"/>
          </a:p>
        </p:txBody>
      </p:sp>
      <p:sp>
        <p:nvSpPr>
          <p:cNvPr id="6" name="Slide Number Placeholder 5"/>
          <p:cNvSpPr>
            <a:spLocks noGrp="1"/>
          </p:cNvSpPr>
          <p:nvPr>
            <p:ph type="sldNum" sz="quarter" idx="12"/>
          </p:nvPr>
        </p:nvSpPr>
        <p:spPr/>
        <p:txBody>
          <a:bodyPr/>
          <a:lstStyle>
            <a:lvl1pPr/>
          </a:lstStyle>
          <a:p>
            <a:fld id="{87C18080-B33E-4073-8615-72D8F5AE8F78}" type="slidenum">
              <a:rPr lang="en-IN"/>
              <a:t>‹#›</a:t>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lstStyle>
          <a:p>
            <a:fld id="{A3A66248-C912-41CA-84D9-08E1C7982093}" type="datetimeFigureOut">
              <a:rPr lang="en-IN"/>
              <a:t>17-10-2026</a:t>
            </a:fld>
            <a:endParaRPr lang="en-IN"/>
          </a:p>
        </p:txBody>
      </p:sp>
      <p:sp>
        <p:nvSpPr>
          <p:cNvPr id="6" name="Footer Placeholder 4"/>
          <p:cNvSpPr>
            <a:spLocks noGrp="1"/>
          </p:cNvSpPr>
          <p:nvPr>
            <p:ph type="ftr" sz="quarter" idx="11"/>
          </p:nvPr>
        </p:nvSpPr>
        <p:spPr/>
        <p:txBody>
          <a:bodyPr/>
          <a:lstStyle>
            <a:lvl1pPr/>
          </a:lstStyle>
          <a:p>
            <a:endParaRPr lang="en-IN"/>
          </a:p>
        </p:txBody>
      </p:sp>
      <p:sp>
        <p:nvSpPr>
          <p:cNvPr id="7" name="Slide Number Placeholder 5"/>
          <p:cNvSpPr>
            <a:spLocks noGrp="1"/>
          </p:cNvSpPr>
          <p:nvPr>
            <p:ph type="sldNum" sz="quarter" idx="12"/>
          </p:nvPr>
        </p:nvSpPr>
        <p:spPr/>
        <p:txBody>
          <a:bodyPr/>
          <a:lstStyle>
            <a:lvl1pPr/>
          </a:lstStyle>
          <a:p>
            <a:fld id="{85CB9569-04AF-4288-8880-64CE52ABE7A3}" type="slidenum">
              <a:rPr lang="en-IN"/>
              <a:t>‹#›</a:t>
            </a:fld>
            <a:endParaRPr lang="en-I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stStyle>
          <a:p>
            <a:r>
              <a:rPr lang="en-US"/>
              <a:t>Click to edit Master title style</a:t>
            </a:r>
          </a:p>
        </p:txBody>
      </p:sp>
      <p:sp>
        <p:nvSpPr>
          <p:cNvPr id="3" name="Text Placeholder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r>
              <a:rPr lang="en-US"/>
              <a:t>Click to edit Master text styles</a:t>
            </a:r>
          </a:p>
        </p:txBody>
      </p:sp>
      <p:sp>
        <p:nvSpPr>
          <p:cNvPr id="4" name="Content Placeholder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r>
              <a:rPr lang="en-US"/>
              <a:t>Click to edit Master text styles</a:t>
            </a:r>
          </a:p>
        </p:txBody>
      </p:sp>
      <p:sp>
        <p:nvSpPr>
          <p:cNvPr id="6" name="Content Placeholder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lstStyle>
          <a:p>
            <a:fld id="{54EFB636-F4D9-4299-85F9-44D23E27C49C}" type="datetimeFigureOut">
              <a:rPr lang="en-IN"/>
              <a:t>17-10-2026</a:t>
            </a:fld>
            <a:endParaRPr lang="en-IN"/>
          </a:p>
        </p:txBody>
      </p:sp>
      <p:sp>
        <p:nvSpPr>
          <p:cNvPr id="8" name="Footer Placeholder 4"/>
          <p:cNvSpPr>
            <a:spLocks noGrp="1"/>
          </p:cNvSpPr>
          <p:nvPr>
            <p:ph type="ftr" sz="quarter" idx="11"/>
          </p:nvPr>
        </p:nvSpPr>
        <p:spPr/>
        <p:txBody>
          <a:bodyPr/>
          <a:lstStyle>
            <a:lvl1pPr/>
          </a:lstStyle>
          <a:p>
            <a:endParaRPr lang="en-IN"/>
          </a:p>
        </p:txBody>
      </p:sp>
      <p:sp>
        <p:nvSpPr>
          <p:cNvPr id="9" name="Slide Number Placeholder 5"/>
          <p:cNvSpPr>
            <a:spLocks noGrp="1"/>
          </p:cNvSpPr>
          <p:nvPr>
            <p:ph type="sldNum" sz="quarter" idx="12"/>
          </p:nvPr>
        </p:nvSpPr>
        <p:spPr/>
        <p:txBody>
          <a:bodyPr/>
          <a:lstStyle>
            <a:lvl1pPr/>
          </a:lstStyle>
          <a:p>
            <a:fld id="{BF533E07-937E-4FED-8300-891295843456}" type="slidenum">
              <a:rPr lang="en-IN"/>
              <a:t>‹#›</a:t>
            </a:fld>
            <a:endParaRPr lang="en-I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lstStyle>
          <a:p>
            <a:fld id="{D5CAC346-E4DF-45C0-848B-E2AC5513E0D5}" type="datetimeFigureOut">
              <a:rPr lang="en-IN"/>
              <a:t>17-10-2026</a:t>
            </a:fld>
            <a:endParaRPr lang="en-IN"/>
          </a:p>
        </p:txBody>
      </p:sp>
      <p:sp>
        <p:nvSpPr>
          <p:cNvPr id="4" name="Footer Placeholder 4"/>
          <p:cNvSpPr>
            <a:spLocks noGrp="1"/>
          </p:cNvSpPr>
          <p:nvPr>
            <p:ph type="ftr" sz="quarter" idx="11"/>
          </p:nvPr>
        </p:nvSpPr>
        <p:spPr/>
        <p:txBody>
          <a:bodyPr/>
          <a:lstStyle>
            <a:lvl1pPr/>
          </a:lstStyle>
          <a:p>
            <a:endParaRPr lang="en-IN"/>
          </a:p>
        </p:txBody>
      </p:sp>
      <p:sp>
        <p:nvSpPr>
          <p:cNvPr id="5" name="Slide Number Placeholder 5"/>
          <p:cNvSpPr>
            <a:spLocks noGrp="1"/>
          </p:cNvSpPr>
          <p:nvPr>
            <p:ph type="sldNum" sz="quarter" idx="12"/>
          </p:nvPr>
        </p:nvSpPr>
        <p:spPr/>
        <p:txBody>
          <a:bodyPr/>
          <a:lstStyle>
            <a:lvl1pPr/>
          </a:lstStyle>
          <a:p>
            <a:fld id="{7A28B55B-FA15-48BA-860D-0231187503D9}" type="slidenum">
              <a:rPr lang="en-IN"/>
              <a:t>‹#›</a:t>
            </a:fld>
            <a:endParaRPr lang="en-I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lstStyle>
          <a:p>
            <a:fld id="{FE20B29E-DC2A-4D67-887F-3BE2DC8489D6}" type="datetimeFigureOut">
              <a:rPr lang="en-IN"/>
              <a:t>17-10-2026</a:t>
            </a:fld>
            <a:endParaRPr lang="en-IN"/>
          </a:p>
        </p:txBody>
      </p:sp>
      <p:sp>
        <p:nvSpPr>
          <p:cNvPr id="3" name="Footer Placeholder 4"/>
          <p:cNvSpPr>
            <a:spLocks noGrp="1"/>
          </p:cNvSpPr>
          <p:nvPr>
            <p:ph type="ftr" sz="quarter" idx="11"/>
          </p:nvPr>
        </p:nvSpPr>
        <p:spPr/>
        <p:txBody>
          <a:bodyPr/>
          <a:lstStyle>
            <a:lvl1pPr/>
          </a:lstStyle>
          <a:p>
            <a:endParaRPr lang="en-IN"/>
          </a:p>
        </p:txBody>
      </p:sp>
      <p:sp>
        <p:nvSpPr>
          <p:cNvPr id="4" name="Slide Number Placeholder 5"/>
          <p:cNvSpPr>
            <a:spLocks noGrp="1"/>
          </p:cNvSpPr>
          <p:nvPr>
            <p:ph type="sldNum" sz="quarter" idx="12"/>
          </p:nvPr>
        </p:nvSpPr>
        <p:spPr/>
        <p:txBody>
          <a:bodyPr/>
          <a:lstStyle>
            <a:lvl1pPr/>
          </a:lstStyle>
          <a:p>
            <a:fld id="{00E0EBC0-ADA9-4FA7-889C-9287646BC794}" type="slidenum">
              <a:rPr lang="en-IN"/>
              <a:t>‹#›</a:t>
            </a:fld>
            <a:endParaRPr lang="en-I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a:prstGeom prst="rect">
            <a:avLst/>
          </a:prstGeo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r>
              <a:rPr lang="en-US"/>
              <a:t>Click to edit Master text styles</a:t>
            </a:r>
          </a:p>
        </p:txBody>
      </p:sp>
      <p:sp>
        <p:nvSpPr>
          <p:cNvPr id="5" name="Date Placeholder 3"/>
          <p:cNvSpPr>
            <a:spLocks noGrp="1"/>
          </p:cNvSpPr>
          <p:nvPr>
            <p:ph type="dt" sz="half" idx="10"/>
          </p:nvPr>
        </p:nvSpPr>
        <p:spPr/>
        <p:txBody>
          <a:bodyPr/>
          <a:lstStyle>
            <a:lvl1pPr/>
          </a:lstStyle>
          <a:p>
            <a:fld id="{AFC563BD-7186-488E-816C-8F41FA24179F}" type="datetimeFigureOut">
              <a:rPr lang="en-IN"/>
              <a:t>17-10-2026</a:t>
            </a:fld>
            <a:endParaRPr lang="en-IN"/>
          </a:p>
        </p:txBody>
      </p:sp>
      <p:sp>
        <p:nvSpPr>
          <p:cNvPr id="6" name="Footer Placeholder 4"/>
          <p:cNvSpPr>
            <a:spLocks noGrp="1"/>
          </p:cNvSpPr>
          <p:nvPr>
            <p:ph type="ftr" sz="quarter" idx="11"/>
          </p:nvPr>
        </p:nvSpPr>
        <p:spPr/>
        <p:txBody>
          <a:bodyPr/>
          <a:lstStyle>
            <a:lvl1pPr/>
          </a:lstStyle>
          <a:p>
            <a:endParaRPr lang="en-IN"/>
          </a:p>
        </p:txBody>
      </p:sp>
      <p:sp>
        <p:nvSpPr>
          <p:cNvPr id="7" name="Slide Number Placeholder 5"/>
          <p:cNvSpPr>
            <a:spLocks noGrp="1"/>
          </p:cNvSpPr>
          <p:nvPr>
            <p:ph type="sldNum" sz="quarter" idx="12"/>
          </p:nvPr>
        </p:nvSpPr>
        <p:spPr/>
        <p:txBody>
          <a:bodyPr/>
          <a:lstStyle>
            <a:lvl1pPr/>
          </a:lstStyle>
          <a:p>
            <a:fld id="{7DA25AB8-FB3A-479C-8780-0B7E5F586C0F}" type="slidenum">
              <a:rPr lang="en-IN"/>
              <a:t>‹#›</a:t>
            </a:fld>
            <a:endParaRPr lang="en-I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a:prstGeom prst="rect">
            <a:avLst/>
          </a:prstGeo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a:prstGeom prst="rect">
            <a:avLst/>
          </a:prstGeo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noProof="0"/>
          </a:p>
        </p:txBody>
      </p:sp>
      <p:sp>
        <p:nvSpPr>
          <p:cNvPr id="4" name="Text Placeholder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r>
              <a:rPr lang="en-US"/>
              <a:t>Click to edit Master text styles</a:t>
            </a:r>
          </a:p>
        </p:txBody>
      </p:sp>
      <p:sp>
        <p:nvSpPr>
          <p:cNvPr id="5" name="Date Placeholder 3"/>
          <p:cNvSpPr>
            <a:spLocks noGrp="1"/>
          </p:cNvSpPr>
          <p:nvPr>
            <p:ph type="dt" sz="half" idx="10"/>
          </p:nvPr>
        </p:nvSpPr>
        <p:spPr/>
        <p:txBody>
          <a:bodyPr/>
          <a:lstStyle>
            <a:lvl1pPr/>
          </a:lstStyle>
          <a:p>
            <a:fld id="{1EE02C48-70E8-4C8D-81F4-17FB598144B8}" type="datetimeFigureOut">
              <a:rPr lang="en-IN"/>
              <a:t>17-10-2026</a:t>
            </a:fld>
            <a:endParaRPr lang="en-IN"/>
          </a:p>
        </p:txBody>
      </p:sp>
      <p:sp>
        <p:nvSpPr>
          <p:cNvPr id="6" name="Footer Placeholder 4"/>
          <p:cNvSpPr>
            <a:spLocks noGrp="1"/>
          </p:cNvSpPr>
          <p:nvPr>
            <p:ph type="ftr" sz="quarter" idx="11"/>
          </p:nvPr>
        </p:nvSpPr>
        <p:spPr/>
        <p:txBody>
          <a:bodyPr/>
          <a:lstStyle>
            <a:lvl1pPr/>
          </a:lstStyle>
          <a:p>
            <a:endParaRPr lang="en-IN"/>
          </a:p>
        </p:txBody>
      </p:sp>
      <p:sp>
        <p:nvSpPr>
          <p:cNvPr id="7" name="Slide Number Placeholder 5"/>
          <p:cNvSpPr>
            <a:spLocks noGrp="1"/>
          </p:cNvSpPr>
          <p:nvPr>
            <p:ph type="sldNum" sz="quarter" idx="12"/>
          </p:nvPr>
        </p:nvSpPr>
        <p:spPr/>
        <p:txBody>
          <a:bodyPr/>
          <a:lstStyle>
            <a:lvl1pPr/>
          </a:lstStyle>
          <a:p>
            <a:fld id="{5AEFC29A-6C4F-4141-86E3-1A3E2D58E3A2}" type="slidenum">
              <a:rPr lang="en-IN"/>
              <a:t>‹#›</a:t>
            </a:fld>
            <a:endParaRPr lang="en-I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lstStyle>
          <a:p>
            <a:fld id="{27602B83-4DFE-444B-8222-D5FF1EA6B44C}" type="datetimeFigureOut">
              <a:rPr lang="en-IN"/>
              <a:t>17-10-2026</a:t>
            </a:fld>
            <a:endParaRPr lang="en-IN"/>
          </a:p>
        </p:txBody>
      </p:sp>
      <p:sp>
        <p:nvSpPr>
          <p:cNvPr id="5" name="Footer Placeholder 4"/>
          <p:cNvSpPr>
            <a:spLocks noGrp="1"/>
          </p:cNvSpPr>
          <p:nvPr>
            <p:ph type="ftr" sz="quarter" idx="11"/>
          </p:nvPr>
        </p:nvSpPr>
        <p:spPr/>
        <p:txBody>
          <a:bodyPr/>
          <a:lstStyle>
            <a:lvl1pPr/>
          </a:lstStyle>
          <a:p>
            <a:endParaRPr lang="en-IN"/>
          </a:p>
        </p:txBody>
      </p:sp>
      <p:sp>
        <p:nvSpPr>
          <p:cNvPr id="6" name="Slide Number Placeholder 5"/>
          <p:cNvSpPr>
            <a:spLocks noGrp="1"/>
          </p:cNvSpPr>
          <p:nvPr>
            <p:ph type="sldNum" sz="quarter" idx="12"/>
          </p:nvPr>
        </p:nvSpPr>
        <p:spPr/>
        <p:txBody>
          <a:bodyPr/>
          <a:lstStyle>
            <a:lvl1pPr/>
          </a:lstStyle>
          <a:p>
            <a:fld id="{DE19C649-D3E0-46CB-87C1-67136E4226A6}" type="slidenum">
              <a:rPr lang="en-IN"/>
              <a:t>‹#›</a:t>
            </a:fld>
            <a:endParaRPr lang="en-I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a:prstGeom prst="rect">
            <a:avLst/>
          </a:prstGeo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a:prstGeom prst="rect">
            <a:avLst/>
          </a:prstGeom>
        </p:spPr>
        <p:txBody>
          <a:bodyPr vert="eaVert"/>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lstStyle>
          <a:p>
            <a:fld id="{A6FA40F9-1701-4EB4-806D-4ED861E7A003}" type="datetimeFigureOut">
              <a:rPr lang="en-IN"/>
              <a:t>17-10-2026</a:t>
            </a:fld>
            <a:endParaRPr lang="en-IN"/>
          </a:p>
        </p:txBody>
      </p:sp>
      <p:sp>
        <p:nvSpPr>
          <p:cNvPr id="5" name="Footer Placeholder 4"/>
          <p:cNvSpPr>
            <a:spLocks noGrp="1"/>
          </p:cNvSpPr>
          <p:nvPr>
            <p:ph type="ftr" sz="quarter" idx="11"/>
          </p:nvPr>
        </p:nvSpPr>
        <p:spPr/>
        <p:txBody>
          <a:bodyPr/>
          <a:lstStyle>
            <a:lvl1pPr/>
          </a:lstStyle>
          <a:p>
            <a:endParaRPr lang="en-IN"/>
          </a:p>
        </p:txBody>
      </p:sp>
      <p:sp>
        <p:nvSpPr>
          <p:cNvPr id="6" name="Slide Number Placeholder 5"/>
          <p:cNvSpPr>
            <a:spLocks noGrp="1"/>
          </p:cNvSpPr>
          <p:nvPr>
            <p:ph type="sldNum" sz="quarter" idx="12"/>
          </p:nvPr>
        </p:nvSpPr>
        <p:spPr/>
        <p:txBody>
          <a:bodyPr/>
          <a:lstStyle>
            <a:lvl1pPr/>
          </a:lstStyle>
          <a:p>
            <a:fld id="{20EBE78A-EB3E-401E-81B5-D7F53201DAF3}" type="slidenum">
              <a:rPr lang="en-IN"/>
              <a:t>‹#›</a:t>
            </a:fld>
            <a:endParaRPr lang="en-IN"/>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Office Theme">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a:xfrm>
            <a:off x="457200" y="274638"/>
            <a:ext cx="8229600" cy="1143000"/>
          </a:xfrm>
          <a:prstGeom prst="rect">
            <a:avLst/>
          </a:prstGeom>
          <a:noFill/>
          <a:ln>
            <a:noFill/>
          </a:ln>
        </p:spPr>
        <p:txBody>
          <a:bodyPr vert="horz" wrap="square" lIns="91440" tIns="45720" rIns="91440" bIns="45720" numCol="1" anchor="ctr" anchorCtr="0"/>
          <a:lstStyle/>
          <a:p>
            <a:r>
              <a:rPr lang="en-US"/>
              <a:t>Click to edit Master title style</a:t>
            </a:r>
          </a:p>
        </p:txBody>
      </p:sp>
      <p:sp>
        <p:nvSpPr>
          <p:cNvPr id="1027" name="Text Placeholder 2"/>
          <p:cNvSpPr>
            <a:spLocks noGrp="1"/>
          </p:cNvSpPr>
          <p:nvPr>
            <p:ph type="body" idx="1"/>
          </p:nvPr>
        </p:nvSpPr>
        <p:spPr>
          <a:xfrm>
            <a:off x="457200" y="1600200"/>
            <a:ext cx="8229600" cy="4525963"/>
          </a:xfrm>
          <a:prstGeom prst="rect">
            <a:avLst/>
          </a:prstGeom>
          <a:noFill/>
          <a:ln>
            <a:noFill/>
          </a:ln>
        </p:spPr>
        <p:txBody>
          <a:bodyPr vert="horz" wrap="square" lIns="91440" tIns="45720" rIns="91440" bIns="45720" numCol="1" anchor="t" anchorCtr="0"/>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eaLnBrk="1" hangingPunct="1">
              <a:defRPr sz="1200">
                <a:solidFill>
                  <a:schemeClr val="tx1">
                    <a:tint val="75000"/>
                  </a:schemeClr>
                </a:solidFill>
                <a:cs typeface="Arial"/>
              </a:defRPr>
            </a:lvl1pPr>
          </a:lstStyle>
          <a:p>
            <a:fld id="{90ADADCF-DC63-475D-8D69-AEBF4EDF3BBC}" type="datetimeFigureOut">
              <a:rPr lang="en-IN"/>
              <a:t>17-10-2026</a:t>
            </a:fld>
            <a:endParaRPr lang="en-I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eaLnBrk="1" hangingPunct="1">
              <a:defRPr sz="1200">
                <a:solidFill>
                  <a:schemeClr val="tx1">
                    <a:tint val="75000"/>
                  </a:schemeClr>
                </a:solidFill>
                <a:cs typeface="Arial"/>
              </a:defRPr>
            </a:lvl1pPr>
          </a:lstStyle>
          <a:p>
            <a:endParaRPr lang="en-I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wrap="square" lIns="91440" tIns="45720" rIns="91440" bIns="45720" numCol="1" anchor="ctr" anchorCtr="0"/>
          <a:lstStyle>
            <a:lvl1pPr algn="r" eaLnBrk="1" hangingPunct="1">
              <a:defRPr sz="1200">
                <a:solidFill>
                  <a:srgbClr val="898989"/>
                </a:solidFill>
              </a:defRPr>
            </a:lvl1pPr>
          </a:lstStyle>
          <a:p>
            <a:fld id="{473D6AB1-0FDA-49F1-8390-8828CE9E6676}" type="slidenum">
              <a:rPr lang="en-IN"/>
              <a:t>‹#›</a:t>
            </a:fld>
            <a:endParaRPr lang="en-I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rtl="0" eaLnBrk="0" hangingPunct="0" fontAlgn="base">
        <a:spcBef>
          <a:spcPct val="0"/>
        </a:spcBef>
        <a:spcAft>
          <a:spcPct val="0"/>
        </a:spcAft>
        <a:defRPr sz="4400" kern="1200">
          <a:solidFill>
            <a:schemeClr val="tx1"/>
          </a:solidFill>
          <a:latin typeface="+mj-lt"/>
          <a:ea typeface="+mj-ea"/>
          <a:cs typeface="+mj-cs"/>
        </a:defRPr>
      </a:lvl1pPr>
      <a:lvl2pPr algn="ctr" rtl="0" eaLnBrk="0" hangingPunct="0" fontAlgn="base">
        <a:spcBef>
          <a:spcPct val="0"/>
        </a:spcBef>
        <a:spcAft>
          <a:spcPct val="0"/>
        </a:spcAft>
        <a:defRPr sz="4400">
          <a:solidFill>
            <a:schemeClr val="tx1"/>
          </a:solidFill>
          <a:latin typeface="Calibri"/>
        </a:defRPr>
      </a:lvl2pPr>
      <a:lvl3pPr algn="ctr" rtl="0" eaLnBrk="0" hangingPunct="0" fontAlgn="base">
        <a:spcBef>
          <a:spcPct val="0"/>
        </a:spcBef>
        <a:spcAft>
          <a:spcPct val="0"/>
        </a:spcAft>
        <a:defRPr sz="4400">
          <a:solidFill>
            <a:schemeClr val="tx1"/>
          </a:solidFill>
          <a:latin typeface="Calibri"/>
        </a:defRPr>
      </a:lvl3pPr>
      <a:lvl4pPr algn="ctr" rtl="0" eaLnBrk="0" hangingPunct="0" fontAlgn="base">
        <a:spcBef>
          <a:spcPct val="0"/>
        </a:spcBef>
        <a:spcAft>
          <a:spcPct val="0"/>
        </a:spcAft>
        <a:defRPr sz="4400">
          <a:solidFill>
            <a:schemeClr val="tx1"/>
          </a:solidFill>
          <a:latin typeface="Calibri"/>
        </a:defRPr>
      </a:lvl4pPr>
      <a:lvl5pPr algn="ctr" rtl="0" eaLnBrk="0" hangingPunct="0" fontAlgn="base">
        <a:spcBef>
          <a:spcPct val="0"/>
        </a:spcBef>
        <a:spcAft>
          <a:spcPct val="0"/>
        </a:spcAft>
        <a:defRPr sz="4400">
          <a:solidFill>
            <a:schemeClr val="tx1"/>
          </a:solidFill>
          <a:latin typeface="Calibri"/>
        </a:defRPr>
      </a:lvl5pPr>
      <a:lvl6pPr marL="457200" algn="ctr" rtl="0" fontAlgn="base">
        <a:spcBef>
          <a:spcPct val="0"/>
        </a:spcBef>
        <a:spcAft>
          <a:spcPct val="0"/>
        </a:spcAft>
        <a:defRPr sz="4400">
          <a:solidFill>
            <a:schemeClr val="tx1"/>
          </a:solidFill>
          <a:latin typeface="Calibri"/>
        </a:defRPr>
      </a:lvl6pPr>
      <a:lvl7pPr marL="914400" algn="ctr" rtl="0" fontAlgn="base">
        <a:spcBef>
          <a:spcPct val="0"/>
        </a:spcBef>
        <a:spcAft>
          <a:spcPct val="0"/>
        </a:spcAft>
        <a:defRPr sz="4400">
          <a:solidFill>
            <a:schemeClr val="tx1"/>
          </a:solidFill>
          <a:latin typeface="Calibri"/>
        </a:defRPr>
      </a:lvl7pPr>
      <a:lvl8pPr marL="1371600" algn="ctr" rtl="0" fontAlgn="base">
        <a:spcBef>
          <a:spcPct val="0"/>
        </a:spcBef>
        <a:spcAft>
          <a:spcPct val="0"/>
        </a:spcAft>
        <a:defRPr sz="4400">
          <a:solidFill>
            <a:schemeClr val="tx1"/>
          </a:solidFill>
          <a:latin typeface="Calibri"/>
        </a:defRPr>
      </a:lvl8pPr>
      <a:lvl9pPr marL="1828800" algn="ctr" rtl="0" fontAlgn="base">
        <a:spcBef>
          <a:spcPct val="0"/>
        </a:spcBef>
        <a:spcAft>
          <a:spcPct val="0"/>
        </a:spcAft>
        <a:defRPr sz="4400">
          <a:solidFill>
            <a:schemeClr val="tx1"/>
          </a:solidFill>
          <a:latin typeface="Calibri"/>
        </a:defRPr>
      </a:lvl9pPr>
    </p:titleStyle>
    <p:bodyStyle>
      <a:lvl1pPr marL="342900" indent="-342900" algn="l" rtl="0" eaLnBrk="0" hangingPunct="0" fontAlgn="base">
        <a:spcBef>
          <a:spcPct val="20000"/>
        </a:spcBef>
        <a:spcAft>
          <a:spcPct val="0"/>
        </a:spcAft>
        <a:buFont typeface="Arial"/>
        <a:buChar char="•"/>
        <a:defRPr sz="3200" kern="1200">
          <a:solidFill>
            <a:schemeClr val="tx1"/>
          </a:solidFill>
          <a:latin typeface="+mn-lt"/>
          <a:ea typeface="+mn-ea"/>
          <a:cs typeface="+mn-cs"/>
        </a:defRPr>
      </a:lvl1pPr>
      <a:lvl2pPr marL="742950" indent="-285750" algn="l" rtl="0" eaLnBrk="0" hangingPunct="0" fontAlgn="base">
        <a:spcBef>
          <a:spcPct val="20000"/>
        </a:spcBef>
        <a:spcAft>
          <a:spcPct val="0"/>
        </a:spcAft>
        <a:buFont typeface="Arial"/>
        <a:buChar char="–"/>
        <a:defRPr sz="2800" kern="1200">
          <a:solidFill>
            <a:schemeClr val="tx1"/>
          </a:solidFill>
          <a:latin typeface="+mn-lt"/>
          <a:ea typeface="+mn-ea"/>
          <a:cs typeface="+mn-cs"/>
        </a:defRPr>
      </a:lvl2pPr>
      <a:lvl3pPr marL="1143000" indent="-228600" algn="l" rtl="0" eaLnBrk="0" hangingPunct="0" fontAlgn="base">
        <a:spcBef>
          <a:spcPct val="20000"/>
        </a:spcBef>
        <a:spcAft>
          <a:spcPct val="0"/>
        </a:spcAft>
        <a:buFont typeface="Arial"/>
        <a:buChar char="•"/>
        <a:defRPr sz="2400" kern="1200">
          <a:solidFill>
            <a:schemeClr val="tx1"/>
          </a:solidFill>
          <a:latin typeface="+mn-lt"/>
          <a:ea typeface="+mn-ea"/>
          <a:cs typeface="+mn-cs"/>
        </a:defRPr>
      </a:lvl3pPr>
      <a:lvl4pPr marL="1600200" indent="-228600" algn="l" rtl="0" eaLnBrk="0" hangingPunct="0" fontAlgn="base">
        <a:spcBef>
          <a:spcPct val="20000"/>
        </a:spcBef>
        <a:spcAft>
          <a:spcPct val="0"/>
        </a:spcAft>
        <a:buFont typeface="Arial"/>
        <a:buChar char="–"/>
        <a:defRPr sz="2000" kern="1200">
          <a:solidFill>
            <a:schemeClr val="tx1"/>
          </a:solidFill>
          <a:latin typeface="+mn-lt"/>
          <a:ea typeface="+mn-ea"/>
          <a:cs typeface="+mn-cs"/>
        </a:defRPr>
      </a:lvl4pPr>
      <a:lvl5pPr marL="2057400" indent="-228600" algn="l" rtl="0" eaLnBrk="0" hangingPunct="0" fontAlgn="base">
        <a:spcBef>
          <a:spcPct val="20000"/>
        </a:spcBef>
        <a:spcAft>
          <a:spcPct val="0"/>
        </a:spcAft>
        <a:buFont typeface="Arial"/>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a:buChar char="•"/>
        <a:defRPr sz="2000" kern="1200">
          <a:solidFill>
            <a:schemeClr val="tx1"/>
          </a:solidFill>
          <a:latin typeface="+mn-lt"/>
          <a:ea typeface="+mn-ea"/>
          <a:cs typeface="+mn-cs"/>
        </a:defRPr>
      </a:lvl9pPr>
    </p:bodyStyle>
    <p:other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gif"/><Relationship Id="rId3" Type="http://schemas.openxmlformats.org/officeDocument/2006/relationships/image" Target="../media/image3.jpe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eg"/><Relationship Id="rId3" Type="http://schemas.openxmlformats.org/officeDocument/2006/relationships/image" Target="../media/image6.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eg"/><Relationship Id="rId3" Type="http://schemas.openxmlformats.org/officeDocument/2006/relationships/image" Target="../media/image8.jpeg"/><Relationship Id="rId4" Type="http://schemas.openxmlformats.org/officeDocument/2006/relationships/image" Target="../media/image9.jpeg"/><Relationship Id="rId5" Type="http://schemas.openxmlformats.org/officeDocument/2006/relationships/image" Target="../media/image10.jpeg"/><Relationship Id="rId6" Type="http://schemas.openxmlformats.org/officeDocument/2006/relationships/image" Target="../media/image11.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eg"/><Relationship Id="rId3" Type="http://schemas.openxmlformats.org/officeDocument/2006/relationships/image" Target="../media/image6.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jpeg"/><Relationship Id="rId3" Type="http://schemas.openxmlformats.org/officeDocument/2006/relationships/image" Target="../media/image14.jpeg"/><Relationship Id="rId4" Type="http://schemas.openxmlformats.org/officeDocument/2006/relationships/image" Target="../media/image15.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jpeg"/><Relationship Id="rId3" Type="http://schemas.openxmlformats.org/officeDocument/2006/relationships/image" Target="../media/image17.jpeg"/><Relationship Id="rId4" Type="http://schemas.openxmlformats.org/officeDocument/2006/relationships/image" Target="../media/image18.jpeg"/><Relationship Id="rId5" Type="http://schemas.openxmlformats.org/officeDocument/2006/relationships/image" Target="../media/image19.jpeg"/><Relationship Id="rId6" Type="http://schemas.openxmlformats.org/officeDocument/2006/relationships/image" Target="../media/image20.jpeg"/><Relationship Id="rId7" Type="http://schemas.openxmlformats.org/officeDocument/2006/relationships/image" Target="../media/image21.jpeg"/><Relationship Id="rId8" Type="http://schemas.openxmlformats.org/officeDocument/2006/relationships/image" Target="../media/image22.jpeg"/><Relationship Id="rId9" Type="http://schemas.openxmlformats.org/officeDocument/2006/relationships/image" Target="../media/image23.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jpeg"/><Relationship Id="rId3" Type="http://schemas.openxmlformats.org/officeDocument/2006/relationships/image" Target="../media/image25.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jpeg"/><Relationship Id="rId3" Type="http://schemas.openxmlformats.org/officeDocument/2006/relationships/image" Target="../media/image27.jpeg"/><Relationship Id="rId4" Type="http://schemas.openxmlformats.org/officeDocument/2006/relationships/image" Target="../media/image28.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jpeg"/><Relationship Id="rId3" Type="http://schemas.openxmlformats.org/officeDocument/2006/relationships/image" Target="../media/image29.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jpeg"/><Relationship Id="rId3" Type="http://schemas.openxmlformats.org/officeDocument/2006/relationships/image" Target="../media/image31.jpeg"/><Relationship Id="rId4" Type="http://schemas.openxmlformats.org/officeDocument/2006/relationships/image" Target="../media/image32.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eg"/><Relationship Id="rId3" Type="http://schemas.openxmlformats.org/officeDocument/2006/relationships/image" Target="../media/image36.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8.jpeg"/><Relationship Id="rId3" Type="http://schemas.openxmlformats.org/officeDocument/2006/relationships/image" Target="../media/image39.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0.jpeg"/><Relationship Id="rId3" Type="http://schemas.openxmlformats.org/officeDocument/2006/relationships/image" Target="../media/image41.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2.jpeg"/><Relationship Id="rId3" Type="http://schemas.openxmlformats.org/officeDocument/2006/relationships/image" Target="../media/image4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4.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jpeg"/><Relationship Id="rId3" Type="http://schemas.openxmlformats.org/officeDocument/2006/relationships/image" Target="../media/image45.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6.jpeg"/><Relationship Id="rId3" Type="http://schemas.openxmlformats.org/officeDocument/2006/relationships/image" Target="../media/image47.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8.jpeg"/><Relationship Id="rId3" Type="http://schemas.openxmlformats.org/officeDocument/2006/relationships/image" Target="../media/image49.jpe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0.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1.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2.jpeg"/><Relationship Id="rId3" Type="http://schemas.openxmlformats.org/officeDocument/2006/relationships/image" Target="../media/image53.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6.jpeg"/><Relationship Id="rId3" Type="http://schemas.openxmlformats.org/officeDocument/2006/relationships/image" Target="../media/image57.jpe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jpeg"/><Relationship Id="rId3" Type="http://schemas.openxmlformats.org/officeDocument/2006/relationships/image" Target="../media/image59.jpe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0.jpeg"/><Relationship Id="rId3" Type="http://schemas.openxmlformats.org/officeDocument/2006/relationships/image" Target="../media/image61.jpe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image" Target="../media/image64.jpeg"/><Relationship Id="rId5" Type="http://schemas.openxmlformats.org/officeDocument/2006/relationships/image" Target="../media/image65.jpe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6.jpeg"/><Relationship Id="rId3" Type="http://schemas.openxmlformats.org/officeDocument/2006/relationships/image" Target="../media/image67.jpeg"/><Relationship Id="rId4" Type="http://schemas.openxmlformats.org/officeDocument/2006/relationships/image" Target="../media/image6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5" descr="C:\Users\ajay pc\Desktop\unnamed.jpg"/>
          <p:cNvPicPr>
            <a:picLocks noChangeAspect="1"/>
          </p:cNvPicPr>
          <p:nvPr/>
        </p:nvPicPr>
        <p:blipFill rotWithShape="1">
          <a:blip r:embed="rId2"/>
          <a:stretch>
            <a:fillRect/>
          </a:stretch>
        </p:blipFill>
        <p:spPr>
          <a:xfrm>
            <a:off x="0" y="0"/>
            <a:ext cx="9144000" cy="6858000"/>
          </a:xfrm>
          <a:prstGeom prst="rect">
            <a:avLst/>
          </a:prstGeom>
          <a:noFill/>
          <a:ln>
            <a:noFill/>
          </a:ln>
        </p:spPr>
      </p:pic>
      <p:sp>
        <p:nvSpPr>
          <p:cNvPr id="5" name="Rectangle 4"/>
          <p:cNvSpPr/>
          <p:nvPr/>
        </p:nvSpPr>
        <p:spPr>
          <a:xfrm>
            <a:off x="714375" y="3286125"/>
            <a:ext cx="4341932" cy="1127760"/>
          </a:xfrm>
          <a:prstGeom prst="rect">
            <a:avLst/>
          </a:prstGeom>
        </p:spPr>
        <p:txBody>
          <a:bodyPr wrap="none">
            <a:spAutoFit/>
          </a:bodyPr>
          <a:lstStyle/>
          <a:p>
            <a:pPr algn="ctr" eaLnBrk="1" hangingPunct="1"/>
            <a:r>
              <a:rPr lang="en-IN" sz="4800">
                <a:solidFill>
                  <a:schemeClr val="accent6">
                    <a:lumMod val="20000"/>
                    <a:lumOff val="80000"/>
                  </a:schemeClr>
                </a:solidFill>
                <a:latin typeface="Engravers MT"/>
                <a:ea typeface="SimHei"/>
              </a:rPr>
              <a:t>T</a:t>
            </a:r>
            <a:r>
              <a:rPr lang="en-IN" sz="2000">
                <a:solidFill>
                  <a:schemeClr val="accent6">
                    <a:lumMod val="20000"/>
                    <a:lumOff val="80000"/>
                  </a:schemeClr>
                </a:solidFill>
                <a:latin typeface="Engravers MT"/>
                <a:ea typeface="SimHei"/>
              </a:rPr>
              <a:t>radtional</a:t>
            </a:r>
            <a:r>
              <a:rPr lang="en-IN" sz="4800">
                <a:solidFill>
                  <a:schemeClr val="accent6">
                    <a:lumMod val="20000"/>
                    <a:lumOff val="80000"/>
                  </a:schemeClr>
                </a:solidFill>
                <a:latin typeface="Engravers MT"/>
                <a:ea typeface="SimHei"/>
              </a:rPr>
              <a:t> </a:t>
            </a:r>
            <a:endParaRPr lang="en-IN" sz="4800">
              <a:solidFill>
                <a:schemeClr val="accent6">
                  <a:lumMod val="20000"/>
                  <a:lumOff val="80000"/>
                </a:schemeClr>
              </a:solidFill>
              <a:latin typeface="Engravers MT"/>
              <a:ea typeface="SimHei"/>
            </a:endParaRPr>
          </a:p>
          <a:p>
            <a:pPr algn="ctr" eaLnBrk="1" hangingPunct="1"/>
            <a:r>
              <a:rPr lang="en-IN" sz="2000">
                <a:solidFill>
                  <a:schemeClr val="accent6">
                    <a:lumMod val="20000"/>
                    <a:lumOff val="80000"/>
                  </a:schemeClr>
                </a:solidFill>
                <a:latin typeface="Engravers MT"/>
                <a:ea typeface="SimHei"/>
              </a:rPr>
              <a:t> costumes and dyeing</a:t>
            </a:r>
            <a:endParaRPr sz="2000"/>
          </a:p>
        </p:txBody>
      </p:sp>
      <p:cxnSp>
        <p:nvCxnSpPr>
          <p:cNvPr id="7" name="Straight Connector 6"/>
          <p:cNvCxnSpPr/>
          <p:nvPr/>
        </p:nvCxnSpPr>
        <p:spPr>
          <a:xfrm>
            <a:off x="500063" y="4572000"/>
            <a:ext cx="3786187"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500063" y="4643438"/>
            <a:ext cx="3786187"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3" descr="C:\Users\ajay pc\Desktop\70c9af90a498ccfe335e696c91ad8bee.gif"/>
          <p:cNvPicPr>
            <a:picLocks noChangeAspect="1"/>
          </p:cNvPicPr>
          <p:nvPr/>
        </p:nvPicPr>
        <p:blipFill rotWithShape="1">
          <a:blip r:embed="rId2"/>
          <a:stretch>
            <a:fillRect/>
          </a:stretch>
        </p:blipFill>
        <p:spPr>
          <a:xfrm>
            <a:off x="3595688" y="311150"/>
            <a:ext cx="5548312" cy="5689600"/>
          </a:xfrm>
          <a:prstGeom prst="rect">
            <a:avLst/>
          </a:prstGeom>
          <a:noFill/>
          <a:ln>
            <a:noFill/>
          </a:ln>
        </p:spPr>
      </p:pic>
      <p:sp>
        <p:nvSpPr>
          <p:cNvPr id="3" name="Content Placeholder 2"/>
          <p:cNvSpPr txBox="1"/>
          <p:nvPr/>
        </p:nvSpPr>
        <p:spPr>
          <a:xfrm>
            <a:off x="285750" y="2071688"/>
            <a:ext cx="3786188" cy="3429000"/>
          </a:xfrm>
          <a:prstGeom prst="rect">
            <a:avLst/>
          </a:prstGeom>
        </p:spPr>
        <p:txBody>
          <a:bodyPr/>
          <a:lstStyle/>
          <a:p>
            <a:pPr marL="342900" indent="-342900" algn="ctr">
              <a:spcBef>
                <a:spcPct val="20000"/>
              </a:spcBef>
              <a:buFont typeface="Arial"/>
              <a:buNone/>
            </a:pPr>
            <a:r>
              <a:rPr lang="en-US" sz="1600">
                <a:solidFill>
                  <a:schemeClr val="accent2">
                    <a:lumMod val="75000"/>
                  </a:schemeClr>
                </a:solidFill>
                <a:latin typeface="Baskerville Old Face"/>
                <a:cs typeface="+mn-cs"/>
              </a:rPr>
              <a:t>     During the long history of traditional Chinese clothing, changes, developments, and improvements occurred all the time. However, Chinese clothing can still be easily told apart from others, all because of its unique features. Some of the general features include: cross-collar with junction leading to right, no buttons but tying with sash on the waist. In addition, there are many other detailed features that make the unparalleled style of Chinese clothing unique.</a:t>
            </a:r>
          </a:p>
        </p:txBody>
      </p:sp>
      <p:pic>
        <p:nvPicPr>
          <p:cNvPr id="3076" name="Picture 2" descr="C:\Users\ajay pc\Desktop\plum-blossoms-tree-branch-10508457.jpg"/>
          <p:cNvPicPr>
            <a:picLocks noChangeAspect="1"/>
          </p:cNvPicPr>
          <p:nvPr/>
        </p:nvPicPr>
        <p:blipFill rotWithShape="1">
          <a:blip r:embed="rId3"/>
          <a:srcRect l="0" t="0" r="0" b="15605"/>
          <a:stretch>
            <a:fillRect/>
          </a:stretch>
        </p:blipFill>
        <p:spPr>
          <a:xfrm>
            <a:off x="7358063" y="5838825"/>
            <a:ext cx="1785937" cy="1019175"/>
          </a:xfrm>
          <a:prstGeom prst="rect">
            <a:avLst/>
          </a:prstGeom>
          <a:noFill/>
          <a:ln>
            <a:noFill/>
          </a:ln>
        </p:spPr>
      </p:pic>
      <p:pic>
        <p:nvPicPr>
          <p:cNvPr id="3077" name="Picture 2" descr="C:\Users\ajay pc\Desktop\plum-blossoms-tree-branch-10508457.jpg"/>
          <p:cNvPicPr>
            <a:picLocks noChangeAspect="1"/>
          </p:cNvPicPr>
          <p:nvPr/>
        </p:nvPicPr>
        <p:blipFill rotWithShape="1">
          <a:blip r:embed="rId4"/>
          <a:srcRect l="0" t="15605" r="0" b="0"/>
          <a:stretch>
            <a:fillRect/>
          </a:stretch>
        </p:blipFill>
        <p:spPr>
          <a:xfrm>
            <a:off x="0" y="214313"/>
            <a:ext cx="3019425" cy="172402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descr="C:\Users\ajay pc\Desktop\plum-blossoms-tree-branch-10508457.jpg"/>
          <p:cNvPicPr>
            <a:picLocks noChangeAspect="1"/>
          </p:cNvPicPr>
          <p:nvPr/>
        </p:nvPicPr>
        <p:blipFill rotWithShape="1">
          <a:blip r:embed="rId2"/>
          <a:srcRect l="0" t="0" r="0" b="15605"/>
          <a:stretch>
            <a:fillRect/>
          </a:stretch>
        </p:blipFill>
        <p:spPr>
          <a:xfrm>
            <a:off x="0" y="4786313"/>
            <a:ext cx="3929063" cy="2071687"/>
          </a:xfrm>
          <a:prstGeom prst="rect">
            <a:avLst/>
          </a:prstGeom>
          <a:noFill/>
          <a:ln>
            <a:noFill/>
          </a:ln>
        </p:spPr>
      </p:pic>
      <p:pic>
        <p:nvPicPr>
          <p:cNvPr id="4099" name="Picture 2" descr="C:\Users\ajay pc\Desktop\plum-blossoms-tree-branch-10508457.jpg"/>
          <p:cNvPicPr>
            <a:picLocks noChangeAspect="1"/>
          </p:cNvPicPr>
          <p:nvPr/>
        </p:nvPicPr>
        <p:blipFill rotWithShape="1">
          <a:blip r:embed="rId3"/>
          <a:srcRect l="1775" t="15605" r="0" b="0"/>
          <a:stretch>
            <a:fillRect/>
          </a:stretch>
        </p:blipFill>
        <p:spPr>
          <a:xfrm>
            <a:off x="5715000" y="0"/>
            <a:ext cx="3429000" cy="2081213"/>
          </a:xfrm>
          <a:prstGeom prst="rect">
            <a:avLst/>
          </a:prstGeom>
          <a:noFill/>
          <a:ln>
            <a:noFill/>
          </a:ln>
        </p:spPr>
      </p:pic>
      <p:sp>
        <p:nvSpPr>
          <p:cNvPr id="5" name="Content Placeholder 4"/>
          <p:cNvSpPr>
            <a:spLocks noGrp="1"/>
          </p:cNvSpPr>
          <p:nvPr>
            <p:ph idx="1"/>
          </p:nvPr>
        </p:nvSpPr>
        <p:spPr>
          <a:xfrm>
            <a:off x="1357313" y="1785938"/>
            <a:ext cx="5929312" cy="3000375"/>
          </a:xfrm>
          <a:prstGeom prst="rect">
            <a:avLst/>
          </a:prstGeom>
        </p:spPr>
        <p:txBody>
          <a:bodyPr/>
          <a:lstStyle/>
          <a:p>
            <a:r>
              <a:rPr lang="en-US" sz="1600" b="1">
                <a:solidFill>
                  <a:schemeClr val="accent2">
                    <a:lumMod val="75000"/>
                  </a:schemeClr>
                </a:solidFill>
              </a:rPr>
              <a:t>Types</a:t>
            </a:r>
            <a:r>
              <a:rPr lang="en-US" sz="1400">
                <a:solidFill>
                  <a:schemeClr val="accent2">
                    <a:lumMod val="75000"/>
                  </a:schemeClr>
                </a:solidFill>
              </a:rPr>
              <a:t>-Traditional Chinese clothing has two basic forms: blouse plus skirt, and long gown</a:t>
            </a:r>
          </a:p>
          <a:p>
            <a:r>
              <a:rPr lang="en-US" sz="1400" b="1">
                <a:solidFill>
                  <a:schemeClr val="accent2">
                    <a:lumMod val="75000"/>
                  </a:schemeClr>
                </a:solidFill>
              </a:rPr>
              <a:t>Appearance</a:t>
            </a:r>
            <a:r>
              <a:rPr lang="en-US" sz="1400">
                <a:solidFill>
                  <a:schemeClr val="accent2">
                    <a:lumMod val="75000"/>
                  </a:schemeClr>
                </a:solidFill>
              </a:rPr>
              <a:t>- Emphasizing longitudinal direction to make the body look longer. The clothes drop naturally from collar; there are no exaggerations on shoulders; the sleeves are long enough to cover the hands and the skirt is long and in a tubular shape.</a:t>
            </a:r>
          </a:p>
          <a:p>
            <a:r>
              <a:rPr lang="en-US" sz="1600" b="1">
                <a:solidFill>
                  <a:schemeClr val="accent2">
                    <a:lumMod val="75000"/>
                  </a:schemeClr>
                </a:solidFill>
              </a:rPr>
              <a:t>Tailoring</a:t>
            </a:r>
            <a:r>
              <a:rPr lang="en-US" sz="1400">
                <a:solidFill>
                  <a:schemeClr val="accent2">
                    <a:lumMod val="75000"/>
                  </a:schemeClr>
                </a:solidFill>
              </a:rPr>
              <a:t>- Plane, straight-line cutting.</a:t>
            </a:r>
          </a:p>
          <a:p>
            <a:r>
              <a:rPr lang="en-US" sz="1400">
                <a:solidFill>
                  <a:schemeClr val="accent2">
                    <a:lumMod val="75000"/>
                  </a:schemeClr>
                </a:solidFill>
              </a:rPr>
              <a:t>there are usually only two structure lines from armpits down to two sides, and no armholes and shoulder pads. Thus, the piece of cloth can be laid flat. </a:t>
            </a:r>
          </a:p>
          <a:p>
            <a:r>
              <a:rPr lang="en-US" sz="1600" b="1">
                <a:solidFill>
                  <a:schemeClr val="accent2">
                    <a:lumMod val="75000"/>
                  </a:schemeClr>
                </a:solidFill>
              </a:rPr>
              <a:t>Details</a:t>
            </a:r>
            <a:r>
              <a:rPr lang="en-US" sz="1400">
                <a:solidFill>
                  <a:schemeClr val="accent2">
                    <a:lumMod val="75000"/>
                  </a:schemeClr>
                </a:solidFill>
              </a:rPr>
              <a:t>- collar include cross, round, and straight, etc, The gowns or skirts are usually designed with two full-length slits, to either side, or less commonly, four; one each: left, right, front, and back</a:t>
            </a:r>
          </a:p>
          <a:p>
            <a:endParaRPr lang="en-US" sz="1400">
              <a:solidFill>
                <a:schemeClr val="accent2">
                  <a:lumMod val="75000"/>
                </a:schemeClr>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13" descr="C:\Users\ajay pc\Desktop\f9c8108034c1dda03b410ef9b07be70b.jpg"/>
          <p:cNvPicPr>
            <a:picLocks noChangeAspect="1"/>
          </p:cNvPicPr>
          <p:nvPr/>
        </p:nvPicPr>
        <p:blipFill rotWithShape="1">
          <a:blip r:embed="rId2"/>
          <a:stretch>
            <a:fillRect/>
          </a:stretch>
        </p:blipFill>
        <p:spPr>
          <a:xfrm>
            <a:off x="3000375" y="4071938"/>
            <a:ext cx="3071813" cy="2611437"/>
          </a:xfrm>
          <a:prstGeom prst="rect">
            <a:avLst/>
          </a:prstGeom>
          <a:noFill/>
          <a:ln>
            <a:noFill/>
          </a:ln>
        </p:spPr>
      </p:pic>
      <p:pic>
        <p:nvPicPr>
          <p:cNvPr id="5123" name="Picture 12" descr="C:\Users\ajay pc\Desktop\8f630deca46409f72b6b83acce93f631--hanfu-pattern-chinese-clothes.jpg"/>
          <p:cNvPicPr>
            <a:picLocks noChangeAspect="1"/>
          </p:cNvPicPr>
          <p:nvPr/>
        </p:nvPicPr>
        <p:blipFill rotWithShape="1">
          <a:blip r:embed="rId3"/>
          <a:stretch>
            <a:fillRect/>
          </a:stretch>
        </p:blipFill>
        <p:spPr>
          <a:xfrm>
            <a:off x="-71438" y="3781425"/>
            <a:ext cx="3438526" cy="3076575"/>
          </a:xfrm>
          <a:prstGeom prst="rect">
            <a:avLst/>
          </a:prstGeom>
          <a:noFill/>
          <a:ln>
            <a:noFill/>
          </a:ln>
        </p:spPr>
      </p:pic>
      <p:pic>
        <p:nvPicPr>
          <p:cNvPr id="5124" name="Picture 14" descr="C:\Users\ajay pc\Desktop\e84b593d395f35e0d4927f088336e4e9--costume-patterns-dress-patterns.jpg"/>
          <p:cNvPicPr>
            <a:picLocks noChangeAspect="1"/>
          </p:cNvPicPr>
          <p:nvPr/>
        </p:nvPicPr>
        <p:blipFill rotWithShape="1">
          <a:blip r:embed="rId4"/>
          <a:stretch>
            <a:fillRect/>
          </a:stretch>
        </p:blipFill>
        <p:spPr>
          <a:xfrm>
            <a:off x="3817938" y="0"/>
            <a:ext cx="4968875" cy="3929063"/>
          </a:xfrm>
          <a:prstGeom prst="rect">
            <a:avLst/>
          </a:prstGeom>
          <a:noFill/>
          <a:ln>
            <a:noFill/>
          </a:ln>
        </p:spPr>
      </p:pic>
      <p:pic>
        <p:nvPicPr>
          <p:cNvPr id="5125" name="Picture 15" descr="C:\Users\ajay pc\Desktop\7526cae61a37d05ae5ca06732433ee88--hanfu-draping.jpg"/>
          <p:cNvPicPr>
            <a:picLocks noChangeAspect="1"/>
          </p:cNvPicPr>
          <p:nvPr/>
        </p:nvPicPr>
        <p:blipFill rotWithShape="1">
          <a:blip r:embed="rId5"/>
          <a:srcRect l="0" t="25230" r="0" b="10551"/>
          <a:stretch>
            <a:fillRect/>
          </a:stretch>
        </p:blipFill>
        <p:spPr>
          <a:xfrm>
            <a:off x="6000750" y="4060825"/>
            <a:ext cx="3143250" cy="2797175"/>
          </a:xfrm>
          <a:prstGeom prst="rect">
            <a:avLst/>
          </a:prstGeom>
          <a:noFill/>
          <a:ln>
            <a:noFill/>
          </a:ln>
        </p:spPr>
      </p:pic>
      <p:pic>
        <p:nvPicPr>
          <p:cNvPr id="5126" name="Picture 16" descr="C:\Users\ajay pc\Desktop\0efc4ad82ddcfcb7a45b1b1b0c90e5f2--kimono-traditional-pattern-chinese-clothing.jpg"/>
          <p:cNvPicPr>
            <a:picLocks noChangeAspect="1"/>
          </p:cNvPicPr>
          <p:nvPr/>
        </p:nvPicPr>
        <p:blipFill rotWithShape="1">
          <a:blip r:embed="rId6"/>
          <a:srcRect l="11421" t="0" r="6726" b="3767"/>
          <a:stretch>
            <a:fillRect/>
          </a:stretch>
        </p:blipFill>
        <p:spPr>
          <a:xfrm>
            <a:off x="487363" y="0"/>
            <a:ext cx="2584450" cy="3786188"/>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C:\Users\ajay pc\Desktop\plum-blossoms-tree-branch-10508457.jpg"/>
          <p:cNvPicPr>
            <a:picLocks noChangeAspect="1"/>
          </p:cNvPicPr>
          <p:nvPr/>
        </p:nvPicPr>
        <p:blipFill rotWithShape="1">
          <a:blip r:embed="rId2"/>
          <a:srcRect l="0" t="0" r="0" b="15605"/>
          <a:stretch>
            <a:fillRect/>
          </a:stretch>
        </p:blipFill>
        <p:spPr>
          <a:xfrm>
            <a:off x="0" y="4786313"/>
            <a:ext cx="3929063" cy="2071687"/>
          </a:xfrm>
          <a:prstGeom prst="rect">
            <a:avLst/>
          </a:prstGeom>
          <a:noFill/>
          <a:ln>
            <a:noFill/>
          </a:ln>
        </p:spPr>
      </p:pic>
      <p:pic>
        <p:nvPicPr>
          <p:cNvPr id="6147" name="Picture 2" descr="C:\Users\ajay pc\Desktop\plum-blossoms-tree-branch-10508457.jpg"/>
          <p:cNvPicPr>
            <a:picLocks noChangeAspect="1"/>
          </p:cNvPicPr>
          <p:nvPr/>
        </p:nvPicPr>
        <p:blipFill rotWithShape="1">
          <a:blip r:embed="rId3"/>
          <a:srcRect l="3819" t="15605" r="0" b="0"/>
          <a:stretch>
            <a:fillRect/>
          </a:stretch>
        </p:blipFill>
        <p:spPr>
          <a:xfrm>
            <a:off x="5786438" y="0"/>
            <a:ext cx="3357562" cy="2081213"/>
          </a:xfrm>
          <a:prstGeom prst="rect">
            <a:avLst/>
          </a:prstGeom>
          <a:noFill/>
          <a:ln>
            <a:noFill/>
          </a:ln>
        </p:spPr>
      </p:pic>
      <p:sp>
        <p:nvSpPr>
          <p:cNvPr id="5" name="Content Placeholder 4"/>
          <p:cNvSpPr>
            <a:spLocks noGrp="1"/>
          </p:cNvSpPr>
          <p:nvPr>
            <p:ph idx="1"/>
          </p:nvPr>
        </p:nvSpPr>
        <p:spPr>
          <a:xfrm>
            <a:off x="1357313" y="1785938"/>
            <a:ext cx="5929312" cy="3000375"/>
          </a:xfrm>
          <a:prstGeom prst="rect">
            <a:avLst/>
          </a:prstGeom>
        </p:spPr>
        <p:txBody>
          <a:bodyPr/>
          <a:lstStyle/>
          <a:p>
            <a:r>
              <a:rPr lang="en-US" sz="1600" b="1">
                <a:solidFill>
                  <a:schemeClr val="accent2">
                    <a:lumMod val="75000"/>
                  </a:schemeClr>
                </a:solidFill>
              </a:rPr>
              <a:t>Materials</a:t>
            </a:r>
            <a:r>
              <a:rPr lang="en-US" sz="1600">
                <a:solidFill>
                  <a:schemeClr val="accent2">
                    <a:lumMod val="75000"/>
                  </a:schemeClr>
                </a:solidFill>
              </a:rPr>
              <a:t>: </a:t>
            </a:r>
            <a:r>
              <a:rPr lang="en-US" sz="1400">
                <a:solidFill>
                  <a:schemeClr val="accent2">
                    <a:lumMod val="75000"/>
                  </a:schemeClr>
                </a:solidFill>
              </a:rPr>
              <a:t>-</a:t>
            </a:r>
            <a:r>
              <a:rPr lang="en-US" sz="1400"/>
              <a:t> </a:t>
            </a:r>
            <a:r>
              <a:rPr lang="en-US" sz="1400">
                <a:solidFill>
                  <a:schemeClr val="accent2">
                    <a:lumMod val="75000"/>
                  </a:schemeClr>
                </a:solidFill>
              </a:rPr>
              <a:t>About 4,700 years ago, </a:t>
            </a:r>
            <a:r>
              <a:rPr lang="en-US" sz="1400" u="sng">
                <a:solidFill>
                  <a:schemeClr val="accent2">
                    <a:lumMod val="75000"/>
                  </a:schemeClr>
                </a:solidFill>
              </a:rPr>
              <a:t>silk</a:t>
            </a:r>
            <a:r>
              <a:rPr lang="en-US" sz="1400">
                <a:solidFill>
                  <a:schemeClr val="accent2">
                    <a:lumMod val="75000"/>
                  </a:schemeClr>
                </a:solidFill>
              </a:rPr>
              <a:t> was invented, and it gradually became a very popular material, especially with the upper class. one other material of worldwide significance was introduced from India; Cotton</a:t>
            </a:r>
          </a:p>
          <a:p>
            <a:r>
              <a:rPr lang="en-US" sz="1400" b="1">
                <a:solidFill>
                  <a:schemeClr val="accent2">
                    <a:lumMod val="75000"/>
                  </a:schemeClr>
                </a:solidFill>
              </a:rPr>
              <a:t>Colors</a:t>
            </a:r>
            <a:r>
              <a:rPr lang="en-US" sz="1400">
                <a:solidFill>
                  <a:schemeClr val="accent2">
                    <a:lumMod val="75000"/>
                  </a:schemeClr>
                </a:solidFill>
              </a:rPr>
              <a:t>- </a:t>
            </a:r>
            <a:r>
              <a:rPr lang="en-US" sz="1400"/>
              <a:t> </a:t>
            </a:r>
            <a:r>
              <a:rPr lang="en-US" sz="1400">
                <a:solidFill>
                  <a:schemeClr val="accent2">
                    <a:lumMod val="75000"/>
                  </a:schemeClr>
                </a:solidFill>
              </a:rPr>
              <a:t>cyan, red, black, white, and yellow, which represent the five elements. These are pure colors, while the others are secondary colors. Pure colors were mostly used by the upper class in most dynasties. They were also matching colors, as favored by common people. Another popular color among folk was blue, like indigo calico, and batik fabrics.</a:t>
            </a:r>
          </a:p>
          <a:p>
            <a:r>
              <a:rPr lang="en-US" sz="1400" b="1">
                <a:solidFill>
                  <a:schemeClr val="accent2">
                    <a:lumMod val="75000"/>
                  </a:schemeClr>
                </a:solidFill>
              </a:rPr>
              <a:t>Patterns: </a:t>
            </a:r>
            <a:r>
              <a:rPr lang="en-US" sz="1400">
                <a:solidFill>
                  <a:schemeClr val="accent2">
                    <a:lumMod val="75000"/>
                  </a:schemeClr>
                </a:solidFill>
              </a:rPr>
              <a:t>It is a tradition for Chinese people to express good wishes by using patterns. The patterns used on clothes can be animals, plants, flowers, mountains, architectures, geometrical patterns, or other </a:t>
            </a:r>
            <a:r>
              <a:rPr lang="en-US" sz="1400" u="sng">
                <a:solidFill>
                  <a:schemeClr val="accent2">
                    <a:lumMod val="75000"/>
                  </a:schemeClr>
                </a:solidFill>
              </a:rPr>
              <a:t>auspicious designs</a:t>
            </a:r>
            <a:r>
              <a:rPr lang="en-US" sz="1400">
                <a:solidFill>
                  <a:schemeClr val="accent2">
                    <a:lumMod val="75000"/>
                  </a:schemeClr>
                </a:solidFill>
              </a:rPr>
              <a:t>. They are not only beautiful, but also meaningful. One example, dragons on an Emperor’s robe are saying that the Emperor is the “son of the heaven</a:t>
            </a:r>
            <a:r>
              <a:rPr lang="en-US" sz="1400"/>
              <a:t>”.</a:t>
            </a:r>
            <a:endParaRPr lang="en-US" sz="1400">
              <a:solidFill>
                <a:schemeClr val="accent2">
                  <a:lumMod val="75000"/>
                </a:schemeClr>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0" name="Picture 6" descr="C:\Users\ajay pc\Desktop\portfolio\image.png"/>
          <p:cNvPicPr>
            <a:picLocks noChangeAspect="1"/>
          </p:cNvPicPr>
          <p:nvPr/>
        </p:nvPicPr>
        <p:blipFill rotWithShape="1">
          <a:blip r:embed="rId2"/>
          <a:stretch>
            <a:fillRect/>
          </a:stretch>
        </p:blipFill>
        <p:spPr>
          <a:xfrm>
            <a:off x="0" y="0"/>
            <a:ext cx="9144000" cy="68580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C:\Users\ajay pc\Desktop\chinies\2f680ab4e98ebd453a6bf0e7c73d7aa8.jpg"/>
          <p:cNvPicPr>
            <a:picLocks noChangeAspect="1"/>
          </p:cNvPicPr>
          <p:nvPr/>
        </p:nvPicPr>
        <p:blipFill rotWithShape="1">
          <a:blip r:embed="rId2"/>
          <a:stretch>
            <a:fillRect/>
          </a:stretch>
        </p:blipFill>
        <p:spPr>
          <a:xfrm>
            <a:off x="2143125" y="0"/>
            <a:ext cx="4572000" cy="6858000"/>
          </a:xfrm>
          <a:prstGeom prst="rect">
            <a:avLst/>
          </a:prstGeom>
          <a:noFill/>
          <a:ln>
            <a:noFill/>
          </a:ln>
        </p:spPr>
      </p:pic>
      <p:pic>
        <p:nvPicPr>
          <p:cNvPr id="8195" name="Picture 3" descr="C:\Users\ajay pc\Desktop\chinies\a5244b18dc9739ce82de8ca625f041af.jpg"/>
          <p:cNvPicPr>
            <a:picLocks noChangeAspect="1"/>
          </p:cNvPicPr>
          <p:nvPr/>
        </p:nvPicPr>
        <p:blipFill rotWithShape="1">
          <a:blip r:embed="rId3"/>
          <a:srcRect l="0" t="0" r="6657" b="0"/>
          <a:stretch>
            <a:fillRect/>
          </a:stretch>
        </p:blipFill>
        <p:spPr>
          <a:xfrm>
            <a:off x="6140450" y="1428750"/>
            <a:ext cx="3003550" cy="4357688"/>
          </a:xfrm>
          <a:prstGeom prst="rect">
            <a:avLst/>
          </a:prstGeom>
          <a:noFill/>
          <a:ln>
            <a:noFill/>
          </a:ln>
        </p:spPr>
      </p:pic>
      <p:pic>
        <p:nvPicPr>
          <p:cNvPr id="8196" name="Picture 4" descr="C:\Users\ajay pc\Desktop\chinies\8ab1482aa431fc5d8ab156efd92c3aa3.jpg"/>
          <p:cNvPicPr>
            <a:picLocks noChangeAspect="1"/>
          </p:cNvPicPr>
          <p:nvPr/>
        </p:nvPicPr>
        <p:blipFill rotWithShape="1">
          <a:blip r:embed="rId4"/>
          <a:srcRect l="14629" t="21277" r="0" b="0"/>
          <a:stretch>
            <a:fillRect/>
          </a:stretch>
        </p:blipFill>
        <p:spPr>
          <a:xfrm>
            <a:off x="0" y="1428750"/>
            <a:ext cx="2700338" cy="4357688"/>
          </a:xfrm>
          <a:prstGeom prst="rect">
            <a:avLst/>
          </a:prstGeom>
          <a:noFill/>
          <a:ln>
            <a:noFill/>
          </a:ln>
        </p:spPr>
      </p:pic>
      <p:sp>
        <p:nvSpPr>
          <p:cNvPr id="8" name="Rectangle 7"/>
          <p:cNvSpPr/>
          <p:nvPr/>
        </p:nvSpPr>
        <p:spPr>
          <a:xfrm>
            <a:off x="5286375" y="6143625"/>
            <a:ext cx="2065338" cy="584200"/>
          </a:xfrm>
          <a:prstGeom prst="rect">
            <a:avLst/>
          </a:prstGeom>
        </p:spPr>
        <p:txBody>
          <a:bodyPr>
            <a:spAutoFit/>
          </a:bodyPr>
          <a:lstStyle/>
          <a:p>
            <a:pPr eaLnBrk="1" hangingPunct="1"/>
            <a:r>
              <a:rPr lang="en-US" sz="3200" b="1">
                <a:solidFill>
                  <a:schemeClr val="accent2">
                    <a:lumMod val="75000"/>
                  </a:schemeClr>
                </a:solidFill>
              </a:rPr>
              <a:t>Patterns </a:t>
            </a:r>
            <a:endParaRPr lang="en-US" sz="32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5" descr="C:\Users\ajay pc\Desktop\il_570xN.284459861.jpg"/>
          <p:cNvPicPr>
            <a:picLocks noChangeAspect="1"/>
          </p:cNvPicPr>
          <p:nvPr/>
        </p:nvPicPr>
        <p:blipFill rotWithShape="1">
          <a:blip r:embed="rId2"/>
          <a:stretch>
            <a:fillRect/>
          </a:stretch>
        </p:blipFill>
        <p:spPr>
          <a:xfrm>
            <a:off x="3214688" y="4429125"/>
            <a:ext cx="2705100" cy="2428875"/>
          </a:xfrm>
          <a:prstGeom prst="rect">
            <a:avLst/>
          </a:prstGeom>
          <a:noFill/>
          <a:ln>
            <a:noFill/>
          </a:ln>
        </p:spPr>
      </p:pic>
      <p:pic>
        <p:nvPicPr>
          <p:cNvPr id="9219" name="Picture 7" descr="C:\Users\ajay pc\Desktop\chinese-silk-brocade-fabric-cheongsam-cushion-all-gold-golden-natual-color-double-fish-pattern.jpg"/>
          <p:cNvPicPr>
            <a:picLocks noChangeAspect="1"/>
          </p:cNvPicPr>
          <p:nvPr/>
        </p:nvPicPr>
        <p:blipFill rotWithShape="1">
          <a:blip r:embed="rId3"/>
          <a:stretch>
            <a:fillRect/>
          </a:stretch>
        </p:blipFill>
        <p:spPr>
          <a:xfrm>
            <a:off x="0" y="0"/>
            <a:ext cx="3071813" cy="2049463"/>
          </a:xfrm>
          <a:prstGeom prst="rect">
            <a:avLst/>
          </a:prstGeom>
          <a:noFill/>
          <a:ln>
            <a:noFill/>
          </a:ln>
        </p:spPr>
      </p:pic>
      <p:pic>
        <p:nvPicPr>
          <p:cNvPr id="9220" name="Picture 8" descr="C:\Users\ajay pc\Desktop\chinese-brocade-fabric-shiny-silky-outfit.jpg"/>
          <p:cNvPicPr>
            <a:picLocks noChangeAspect="1"/>
          </p:cNvPicPr>
          <p:nvPr/>
        </p:nvPicPr>
        <p:blipFill rotWithShape="1">
          <a:blip r:embed="rId4"/>
          <a:stretch>
            <a:fillRect/>
          </a:stretch>
        </p:blipFill>
        <p:spPr>
          <a:xfrm>
            <a:off x="3071813" y="0"/>
            <a:ext cx="2125662" cy="1819275"/>
          </a:xfrm>
          <a:prstGeom prst="rect">
            <a:avLst/>
          </a:prstGeom>
          <a:noFill/>
          <a:ln>
            <a:noFill/>
          </a:ln>
        </p:spPr>
      </p:pic>
      <p:pic>
        <p:nvPicPr>
          <p:cNvPr id="9221" name="Picture 10" descr="C:\Users\ajay pc\Desktop\fabric-chinese-traditional-silk-brocade-red-back-with-gold-circle-gold-dragon.jpg"/>
          <p:cNvPicPr>
            <a:picLocks noChangeAspect="1"/>
          </p:cNvPicPr>
          <p:nvPr/>
        </p:nvPicPr>
        <p:blipFill rotWithShape="1">
          <a:blip r:embed="rId5"/>
          <a:srcRect l="0" t="0" r="0" b="18777"/>
          <a:stretch>
            <a:fillRect/>
          </a:stretch>
        </p:blipFill>
        <p:spPr>
          <a:xfrm>
            <a:off x="4921250" y="0"/>
            <a:ext cx="4222750" cy="4572000"/>
          </a:xfrm>
          <a:prstGeom prst="rect">
            <a:avLst/>
          </a:prstGeom>
          <a:noFill/>
          <a:ln>
            <a:noFill/>
          </a:ln>
        </p:spPr>
      </p:pic>
      <p:pic>
        <p:nvPicPr>
          <p:cNvPr id="9222" name="Picture 11" descr="C:\Users\ajay pc\Desktop\detail-of-jade-green-chinese-silk-fabric-BBBX6B.jpg"/>
          <p:cNvPicPr>
            <a:picLocks noChangeAspect="1"/>
          </p:cNvPicPr>
          <p:nvPr/>
        </p:nvPicPr>
        <p:blipFill rotWithShape="1">
          <a:blip r:embed="rId6"/>
          <a:stretch>
            <a:fillRect/>
          </a:stretch>
        </p:blipFill>
        <p:spPr>
          <a:xfrm>
            <a:off x="0" y="1785938"/>
            <a:ext cx="2786063" cy="2049462"/>
          </a:xfrm>
          <a:prstGeom prst="rect">
            <a:avLst/>
          </a:prstGeom>
          <a:noFill/>
          <a:ln>
            <a:noFill/>
          </a:ln>
        </p:spPr>
      </p:pic>
      <p:pic>
        <p:nvPicPr>
          <p:cNvPr id="9223" name="Picture 9" descr="C:\Users\ajay pc\Desktop\peacock-peony-chinese-style-red-satin-cloth.jpg"/>
          <p:cNvPicPr>
            <a:picLocks noChangeAspect="1"/>
          </p:cNvPicPr>
          <p:nvPr/>
        </p:nvPicPr>
        <p:blipFill rotWithShape="1">
          <a:blip r:embed="rId7"/>
          <a:stretch>
            <a:fillRect/>
          </a:stretch>
        </p:blipFill>
        <p:spPr>
          <a:xfrm>
            <a:off x="0" y="3643313"/>
            <a:ext cx="3214688" cy="3214687"/>
          </a:xfrm>
          <a:prstGeom prst="rect">
            <a:avLst/>
          </a:prstGeom>
          <a:noFill/>
          <a:ln>
            <a:noFill/>
          </a:ln>
        </p:spPr>
      </p:pic>
      <p:pic>
        <p:nvPicPr>
          <p:cNvPr id="9224" name="Picture 6" descr="C:\Users\ajay pc\Desktop\f54b16fa89873a9a6d5850be1bdcf3a6--asian-dragon-tattoo-dragon-tattoos.jpg"/>
          <p:cNvPicPr>
            <a:picLocks noChangeAspect="1"/>
          </p:cNvPicPr>
          <p:nvPr/>
        </p:nvPicPr>
        <p:blipFill rotWithShape="1">
          <a:blip r:embed="rId8"/>
          <a:stretch>
            <a:fillRect/>
          </a:stretch>
        </p:blipFill>
        <p:spPr>
          <a:xfrm>
            <a:off x="2724150" y="1785938"/>
            <a:ext cx="2457450" cy="3071812"/>
          </a:xfrm>
          <a:prstGeom prst="rect">
            <a:avLst/>
          </a:prstGeom>
          <a:noFill/>
          <a:ln>
            <a:noFill/>
          </a:ln>
        </p:spPr>
      </p:pic>
      <p:pic>
        <p:nvPicPr>
          <p:cNvPr id="9225" name="Picture 2" descr="C:\Users\ajay pc\Desktop\SANDCAVCA202_z.jpg"/>
          <p:cNvPicPr>
            <a:picLocks noChangeAspect="1"/>
          </p:cNvPicPr>
          <p:nvPr/>
        </p:nvPicPr>
        <p:blipFill rotWithShape="1">
          <a:blip r:embed="rId9"/>
          <a:srcRect l="0" t="32692" r="0" b="0"/>
          <a:stretch>
            <a:fillRect/>
          </a:stretch>
        </p:blipFill>
        <p:spPr>
          <a:xfrm>
            <a:off x="5429250" y="4357688"/>
            <a:ext cx="3714750" cy="2500312"/>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57588" y="928688"/>
            <a:ext cx="6015037" cy="1143000"/>
          </a:xfrm>
          <a:prstGeom prst="rect">
            <a:avLst/>
          </a:prstGeom>
        </p:spPr>
        <p:txBody>
          <a:bodyPr/>
          <a:lstStyle/>
          <a:p>
            <a:r>
              <a:rPr lang="en-US" sz="3600">
                <a:solidFill>
                  <a:schemeClr val="accent2">
                    <a:lumMod val="75000"/>
                  </a:schemeClr>
                </a:solidFill>
                <a:latin typeface="Engravers MT"/>
              </a:rPr>
              <a:t>HANGFU</a:t>
            </a:r>
          </a:p>
        </p:txBody>
      </p:sp>
      <p:pic>
        <p:nvPicPr>
          <p:cNvPr id="10243" name="Picture 2" descr="C:\Users\ajay pc\Desktop\c043544e5fbf7dbbf24f580453c1e65c.jpg"/>
          <p:cNvPicPr>
            <a:picLocks noChangeAspect="1"/>
          </p:cNvPicPr>
          <p:nvPr/>
        </p:nvPicPr>
        <p:blipFill rotWithShape="1">
          <a:blip r:embed="rId2"/>
          <a:srcRect l="0" t="0" r="38329" b="0"/>
          <a:stretch>
            <a:fillRect/>
          </a:stretch>
        </p:blipFill>
        <p:spPr>
          <a:xfrm>
            <a:off x="0" y="0"/>
            <a:ext cx="4229100" cy="6858000"/>
          </a:xfrm>
          <a:prstGeom prst="rect">
            <a:avLst/>
          </a:prstGeom>
          <a:noFill/>
          <a:ln>
            <a:noFill/>
          </a:ln>
        </p:spPr>
      </p:pic>
      <p:pic>
        <p:nvPicPr>
          <p:cNvPr id="10244" name="Picture 2" descr="C:\Users\ajay pc\Desktop\plum-blossoms-tree-branch-10508457.jpg"/>
          <p:cNvPicPr>
            <a:picLocks noChangeAspect="1"/>
          </p:cNvPicPr>
          <p:nvPr/>
        </p:nvPicPr>
        <p:blipFill rotWithShape="1">
          <a:blip r:embed="rId3"/>
          <a:srcRect l="0" t="0" r="0" b="15605"/>
          <a:stretch>
            <a:fillRect/>
          </a:stretch>
        </p:blipFill>
        <p:spPr>
          <a:xfrm>
            <a:off x="5653088" y="4867275"/>
            <a:ext cx="3490912" cy="1990725"/>
          </a:xfrm>
          <a:prstGeom prst="rect">
            <a:avLst/>
          </a:prstGeom>
          <a:noFill/>
          <a:ln>
            <a:noFill/>
          </a:ln>
        </p:spPr>
      </p:pic>
      <p:sp>
        <p:nvSpPr>
          <p:cNvPr id="3" name="Content Placeholder 2"/>
          <p:cNvSpPr>
            <a:spLocks noGrp="1"/>
          </p:cNvSpPr>
          <p:nvPr>
            <p:ph idx="1"/>
          </p:nvPr>
        </p:nvSpPr>
        <p:spPr>
          <a:xfrm>
            <a:off x="4886325" y="2214563"/>
            <a:ext cx="3543300" cy="2786062"/>
          </a:xfrm>
          <a:prstGeom prst="rect">
            <a:avLst/>
          </a:prstGeom>
        </p:spPr>
        <p:txBody>
          <a:bodyPr/>
          <a:lstStyle/>
          <a:p>
            <a:r>
              <a:rPr lang="en-US" sz="1800">
                <a:solidFill>
                  <a:schemeClr val="accent2">
                    <a:lumMod val="75000"/>
                  </a:schemeClr>
                </a:solidFill>
                <a:latin typeface="Baskerville Old Face"/>
              </a:rPr>
              <a:t>Hanfu</a:t>
            </a:r>
            <a:r>
              <a:rPr lang="en-US" sz="1800">
                <a:solidFill>
                  <a:schemeClr val="accent2">
                    <a:lumMod val="75000"/>
                  </a:schemeClr>
                </a:solidFill>
                <a:latin typeface="Baskerville Old Face"/>
              </a:rPr>
              <a:t>, a national formal wear, takes its name from the times of the </a:t>
            </a:r>
            <a:r>
              <a:rPr lang="en-US" sz="1800" u="sng">
                <a:solidFill>
                  <a:schemeClr val="accent2">
                    <a:lumMod val="75000"/>
                  </a:schemeClr>
                </a:solidFill>
                <a:latin typeface="Baskerville Old Face"/>
              </a:rPr>
              <a:t>Han Dynasty</a:t>
            </a:r>
            <a:r>
              <a:rPr lang="en-US" sz="1800">
                <a:solidFill>
                  <a:schemeClr val="accent2">
                    <a:lumMod val="75000"/>
                  </a:schemeClr>
                </a:solidFill>
                <a:latin typeface="Baskerville Old Face"/>
              </a:rPr>
              <a:t>, and now long out of fashion. A complete set of </a:t>
            </a:r>
            <a:r>
              <a:rPr lang="en-US" sz="1800">
                <a:solidFill>
                  <a:schemeClr val="accent2">
                    <a:lumMod val="75000"/>
                  </a:schemeClr>
                </a:solidFill>
                <a:latin typeface="Baskerville Old Face"/>
              </a:rPr>
              <a:t>Hanfu</a:t>
            </a:r>
            <a:r>
              <a:rPr lang="en-US" sz="1800">
                <a:solidFill>
                  <a:schemeClr val="accent2">
                    <a:lumMod val="75000"/>
                  </a:schemeClr>
                </a:solidFill>
                <a:latin typeface="Baskerville Old Face"/>
              </a:rPr>
              <a:t>, covers the clothing, clothing accessories, jewelry etc, and reflects the rituals of Chinese culture from that era.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266" name="Picture 2" descr="C:\Users\ajay pc\Desktop\plum-blossoms-tree-branch-10508457.jpg"/>
          <p:cNvPicPr>
            <a:picLocks noChangeAspect="1"/>
          </p:cNvPicPr>
          <p:nvPr/>
        </p:nvPicPr>
        <p:blipFill rotWithShape="1">
          <a:blip r:embed="rId2"/>
          <a:srcRect l="0" t="0" r="0" b="15605"/>
          <a:stretch>
            <a:fillRect/>
          </a:stretch>
        </p:blipFill>
        <p:spPr>
          <a:xfrm>
            <a:off x="6858000" y="5286375"/>
            <a:ext cx="2286000" cy="1365250"/>
          </a:xfrm>
          <a:prstGeom prst="rect">
            <a:avLst/>
          </a:prstGeom>
          <a:noFill/>
          <a:ln>
            <a:noFill/>
          </a:ln>
        </p:spPr>
      </p:pic>
      <p:pic>
        <p:nvPicPr>
          <p:cNvPr id="11267" name="Picture 2" descr="C:\Users\ajay pc\Desktop\plum-blossoms-tree-branch-10508457.jpg"/>
          <p:cNvPicPr>
            <a:picLocks noChangeAspect="1"/>
          </p:cNvPicPr>
          <p:nvPr/>
        </p:nvPicPr>
        <p:blipFill rotWithShape="1">
          <a:blip r:embed="rId3"/>
          <a:srcRect l="0" t="0" r="0" b="15605"/>
          <a:stretch>
            <a:fillRect/>
          </a:stretch>
        </p:blipFill>
        <p:spPr>
          <a:xfrm>
            <a:off x="0" y="5135563"/>
            <a:ext cx="2357438" cy="1365250"/>
          </a:xfrm>
          <a:prstGeom prst="rect">
            <a:avLst/>
          </a:prstGeom>
          <a:noFill/>
          <a:ln>
            <a:noFill/>
          </a:ln>
        </p:spPr>
      </p:pic>
      <p:pic>
        <p:nvPicPr>
          <p:cNvPr id="11268" name="Picture 6" descr="C:\Users\ajay pc\Desktop\ancient_china___fashion_history_study_by_fashionartventures-d747ouj.jpg"/>
          <p:cNvPicPr>
            <a:picLocks noChangeAspect="1"/>
          </p:cNvPicPr>
          <p:nvPr/>
        </p:nvPicPr>
        <p:blipFill rotWithShape="1">
          <a:blip r:embed="rId4"/>
          <a:stretch>
            <a:fillRect/>
          </a:stretch>
        </p:blipFill>
        <p:spPr>
          <a:xfrm>
            <a:off x="187325" y="357188"/>
            <a:ext cx="8742363" cy="3857625"/>
          </a:xfrm>
          <a:prstGeom prst="rect">
            <a:avLst/>
          </a:prstGeom>
          <a:noFill/>
          <a:ln>
            <a:noFill/>
          </a:ln>
        </p:spPr>
      </p:pic>
      <p:sp>
        <p:nvSpPr>
          <p:cNvPr id="2" name="Content Placeholder 1"/>
          <p:cNvSpPr>
            <a:spLocks noGrp="1"/>
          </p:cNvSpPr>
          <p:nvPr>
            <p:ph idx="1"/>
          </p:nvPr>
        </p:nvSpPr>
        <p:spPr>
          <a:xfrm>
            <a:off x="1643063" y="4286250"/>
            <a:ext cx="5905500" cy="1336675"/>
          </a:xfrm>
          <a:prstGeom prst="rect">
            <a:avLst/>
          </a:prstGeom>
        </p:spPr>
        <p:txBody>
          <a:bodyPr rtlCol="0">
            <a:noAutofit/>
          </a:bodyPr>
          <a:lstStyle/>
          <a:p>
            <a:pPr marL="274320" indent="-274320" algn="ctr" eaLnBrk="1" hangingPunct="1" fontAlgn="auto">
              <a:spcAft>
                <a:spcPts val="0"/>
              </a:spcAft>
              <a:buClr>
                <a:schemeClr val="accent1">
                  <a:lumMod val="60000"/>
                  <a:lumOff val="40000"/>
                </a:schemeClr>
              </a:buClr>
            </a:pPr>
            <a:r>
              <a:rPr lang="en-IN" sz="1800">
                <a:solidFill>
                  <a:schemeClr val="accent4">
                    <a:lumMod val="75000"/>
                  </a:schemeClr>
                </a:solidFill>
                <a:latin typeface="Arial"/>
                <a:cs typeface="Arial"/>
              </a:rPr>
              <a:t>Traditional </a:t>
            </a:r>
            <a:r>
              <a:rPr lang="en-IN" sz="1800" i="1">
                <a:solidFill>
                  <a:schemeClr val="accent4">
                    <a:lumMod val="75000"/>
                  </a:schemeClr>
                </a:solidFill>
                <a:latin typeface="Arial"/>
                <a:cs typeface="Arial"/>
              </a:rPr>
              <a:t>Chinese clothing</a:t>
            </a:r>
            <a:r>
              <a:rPr lang="en-IN" sz="1800">
                <a:solidFill>
                  <a:schemeClr val="accent4">
                    <a:lumMod val="75000"/>
                  </a:schemeClr>
                </a:solidFill>
                <a:latin typeface="Arial"/>
                <a:cs typeface="Arial"/>
              </a:rPr>
              <a:t> is broadly referred to as </a:t>
            </a:r>
            <a:r>
              <a:rPr lang="en-IN" sz="1800" i="1">
                <a:solidFill>
                  <a:schemeClr val="accent4">
                    <a:lumMod val="75000"/>
                  </a:schemeClr>
                </a:solidFill>
                <a:latin typeface="Arial"/>
                <a:cs typeface="Arial"/>
              </a:rPr>
              <a:t>hanfu</a:t>
            </a:r>
            <a:r>
              <a:rPr lang="en-IN" sz="1800">
                <a:solidFill>
                  <a:schemeClr val="accent4">
                    <a:lumMod val="75000"/>
                  </a:schemeClr>
                </a:solidFill>
                <a:latin typeface="Arial"/>
                <a:cs typeface="Arial"/>
              </a:rPr>
              <a:t> with many variations such as traditional Chinese academic dress. </a:t>
            </a:r>
          </a:p>
          <a:p>
            <a:pPr marL="274320" indent="-274320" algn="ctr" eaLnBrk="1" hangingPunct="1" fontAlgn="auto">
              <a:spcAft>
                <a:spcPts val="0"/>
              </a:spcAft>
              <a:buClr>
                <a:schemeClr val="accent1">
                  <a:lumMod val="60000"/>
                  <a:lumOff val="40000"/>
                </a:schemeClr>
              </a:buClr>
            </a:pPr>
            <a:endParaRPr lang="en-IN" sz="1800">
              <a:solidFill>
                <a:schemeClr val="accent4">
                  <a:lumMod val="75000"/>
                </a:schemeClr>
              </a:solidFill>
              <a:latin typeface="Arial"/>
              <a:cs typeface="Arial"/>
            </a:endParaRPr>
          </a:p>
          <a:p>
            <a:pPr marL="274320" indent="-274320" algn="ctr" eaLnBrk="1" hangingPunct="1" fontAlgn="auto">
              <a:spcAft>
                <a:spcPts val="0"/>
              </a:spcAft>
              <a:buClr>
                <a:schemeClr val="accent1">
                  <a:lumMod val="60000"/>
                  <a:lumOff val="40000"/>
                </a:schemeClr>
              </a:buClr>
            </a:pPr>
            <a:r>
              <a:rPr lang="en-IN" sz="1800">
                <a:solidFill>
                  <a:schemeClr val="accent4">
                    <a:lumMod val="75000"/>
                  </a:schemeClr>
                </a:solidFill>
                <a:latin typeface="Arial"/>
                <a:cs typeface="Arial"/>
              </a:rPr>
              <a:t>Depending on one's status in society, each social class had a different sense of fashion. </a:t>
            </a:r>
          </a:p>
          <a:p>
            <a:pPr marL="274320" indent="-274320" algn="ctr" eaLnBrk="1" hangingPunct="1" fontAlgn="auto">
              <a:spcAft>
                <a:spcPts val="0"/>
              </a:spcAft>
              <a:buClr>
                <a:schemeClr val="accent1">
                  <a:lumMod val="60000"/>
                  <a:lumOff val="40000"/>
                </a:schemeClr>
              </a:buClr>
            </a:pPr>
            <a:endParaRPr lang="en-IN" sz="1800">
              <a:solidFill>
                <a:schemeClr val="accent4">
                  <a:lumMod val="75000"/>
                </a:schemeClr>
              </a:solidFill>
              <a:latin typeface="Arial"/>
              <a:cs typeface="Arial"/>
            </a:endParaRPr>
          </a:p>
          <a:p>
            <a:pPr marL="274320" indent="-274320" algn="ctr" eaLnBrk="1" hangingPunct="1" fontAlgn="auto">
              <a:spcAft>
                <a:spcPts val="0"/>
              </a:spcAft>
              <a:buClr>
                <a:schemeClr val="accent1">
                  <a:lumMod val="60000"/>
                  <a:lumOff val="40000"/>
                </a:schemeClr>
              </a:buClr>
            </a:pPr>
            <a:endParaRPr lang="en-IN" sz="1800">
              <a:solidFill>
                <a:schemeClr val="accent4">
                  <a:lumMod val="75000"/>
                </a:schemeClr>
              </a:solidFill>
              <a:latin typeface="Arial"/>
              <a:cs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0" y="0"/>
            <a:ext cx="5000625" cy="6858000"/>
          </a:xfrm>
          <a:prstGeom prst="rect">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pic>
        <p:nvPicPr>
          <p:cNvPr id="12291" name="Picture 2" descr="C:\Users\ajay pc\Desktop\plum-blossoms-tree-branch-10508457.jpg"/>
          <p:cNvPicPr>
            <a:picLocks noChangeAspect="1"/>
          </p:cNvPicPr>
          <p:nvPr/>
        </p:nvPicPr>
        <p:blipFill rotWithShape="1">
          <a:blip r:embed="rId2"/>
          <a:srcRect l="0" t="0" r="0" b="15605"/>
          <a:stretch>
            <a:fillRect/>
          </a:stretch>
        </p:blipFill>
        <p:spPr>
          <a:xfrm>
            <a:off x="5286375" y="0"/>
            <a:ext cx="3857625" cy="2773363"/>
          </a:xfrm>
          <a:prstGeom prst="rect">
            <a:avLst/>
          </a:prstGeom>
          <a:noFill/>
          <a:ln>
            <a:noFill/>
          </a:ln>
        </p:spPr>
      </p:pic>
      <p:pic>
        <p:nvPicPr>
          <p:cNvPr id="12292" name="Picture 28" descr="C:\Users\ajay pc\Desktop\59c7c51b2b5a8304e8819fdd0b92a369.jpg"/>
          <p:cNvPicPr>
            <a:picLocks noChangeAspect="1"/>
          </p:cNvPicPr>
          <p:nvPr/>
        </p:nvPicPr>
        <p:blipFill rotWithShape="1">
          <a:blip r:embed="rId3"/>
          <a:stretch>
            <a:fillRect/>
          </a:stretch>
        </p:blipFill>
        <p:spPr>
          <a:xfrm>
            <a:off x="4271963" y="0"/>
            <a:ext cx="4872037" cy="6867525"/>
          </a:xfrm>
          <a:prstGeom prst="rect">
            <a:avLst/>
          </a:prstGeom>
          <a:noFill/>
          <a:ln>
            <a:noFill/>
          </a:ln>
        </p:spPr>
      </p:pic>
      <p:graphicFrame>
        <p:nvGraphicFramePr>
          <p:cNvPr id="4" name="Content Placeholder 3"/>
          <p:cNvGraphicFramePr>
            <a:graphicFrameLocks noGrp="1"/>
          </p:cNvGraphicFramePr>
          <p:nvPr>
            <p:ph idx="1"/>
          </p:nvPr>
        </p:nvGraphicFramePr>
        <p:xfrm>
          <a:off x="285750" y="571500"/>
          <a:ext cx="4572000" cy="5626100"/>
        </p:xfrm>
        <a:graphic>
          <a:graphicData uri="http://schemas.openxmlformats.org/drawingml/2006/table">
            <a:tbl>
              <a:tblPr>
                <a:tableStyleId>{5940675A-B579-460E-94D1-54222C63F5DA}</a:tableStyleId>
              </a:tblPr>
              <a:tblGrid>
                <a:gridCol w="962803"/>
                <a:gridCol w="2905754"/>
                <a:gridCol w="703443"/>
              </a:tblGrid>
              <a:tr h="424331">
                <a:tc>
                  <a:txBody>
                    <a:bodyPr/>
                    <a:lstStyle/>
                    <a:p>
                      <a:endParaRPr lang="en-US" sz="1800">
                        <a:solidFill>
                          <a:schemeClr val="accent6">
                            <a:lumMod val="20000"/>
                            <a:lumOff val="80000"/>
                          </a:schemeClr>
                        </a:solidFill>
                      </a:endParaRPr>
                    </a:p>
                  </a:txBody>
                  <a:tcPr marL="48185" marR="48185" marT="24097" marB="24097" anchor="ctr">
                    <a:lnL>
                      <a:noFill/>
                    </a:lnL>
                    <a:lnR>
                      <a:noFill/>
                    </a:lnR>
                    <a:lnT>
                      <a:noFill/>
                    </a:lnT>
                    <a:lnB>
                      <a:noFill/>
                    </a:lnB>
                  </a:tcPr>
                </a:tc>
                <a:tc>
                  <a:txBody>
                    <a:bodyPr/>
                    <a:lstStyle/>
                    <a:p>
                      <a:r>
                        <a:rPr lang="en-IN" sz="2400" b="1" u="sng">
                          <a:solidFill>
                            <a:schemeClr val="accent6">
                              <a:lumMod val="20000"/>
                              <a:lumOff val="80000"/>
                            </a:schemeClr>
                          </a:solidFill>
                          <a:latin typeface="Arial"/>
                          <a:cs typeface="Arial"/>
                        </a:rPr>
                        <a:t>Hanfu</a:t>
                      </a:r>
                    </a:p>
                  </a:txBody>
                  <a:tcPr marL="48185" marR="48185" marT="24097" marB="24097" anchor="ctr">
                    <a:lnL>
                      <a:noFill/>
                    </a:lnL>
                    <a:lnR>
                      <a:noFill/>
                    </a:lnR>
                    <a:lnT>
                      <a:noFill/>
                    </a:lnT>
                    <a:lnB>
                      <a:noFill/>
                    </a:lnB>
                  </a:tcPr>
                </a:tc>
                <a:tc>
                  <a:txBody>
                    <a:bodyPr/>
                    <a:lstStyle/>
                    <a:p>
                      <a:endParaRPr lang="en-IN" sz="1200">
                        <a:solidFill>
                          <a:schemeClr val="accent6">
                            <a:lumMod val="20000"/>
                            <a:lumOff val="80000"/>
                          </a:schemeClr>
                        </a:solidFill>
                      </a:endParaRPr>
                    </a:p>
                  </a:txBody>
                  <a:tcPr marL="48185" marR="48185" marT="24097" marB="24097" anchor="ctr">
                    <a:lnL>
                      <a:noFill/>
                    </a:lnL>
                    <a:lnR>
                      <a:noFill/>
                    </a:lnR>
                    <a:lnT>
                      <a:noFill/>
                    </a:lnT>
                    <a:lnB>
                      <a:noFill/>
                    </a:lnB>
                  </a:tcPr>
                </a:tc>
              </a:tr>
              <a:tr h="1179824">
                <a:tc>
                  <a:txBody>
                    <a:bodyPr/>
                    <a:lstStyle/>
                    <a:p>
                      <a:r>
                        <a:rPr lang="en-US" sz="2000" b="1">
                          <a:solidFill>
                            <a:schemeClr val="accent6">
                              <a:lumMod val="20000"/>
                              <a:lumOff val="80000"/>
                            </a:schemeClr>
                          </a:solidFill>
                        </a:rPr>
                        <a:t>Details</a:t>
                      </a:r>
                    </a:p>
                  </a:txBody>
                  <a:tcPr marL="48185" marR="48185" marT="24097" marB="24097" anchor="ctr">
                    <a:lnL>
                      <a:noFill/>
                    </a:lnL>
                    <a:lnR>
                      <a:noFill/>
                    </a:lnR>
                    <a:lnT>
                      <a:noFill/>
                    </a:lnT>
                    <a:lnB>
                      <a:noFill/>
                    </a:lnB>
                  </a:tcPr>
                </a:tc>
                <a:tc>
                  <a:txBody>
                    <a:bodyPr/>
                    <a:lstStyle/>
                    <a:p>
                      <a:r>
                        <a:rPr lang="en-IN" sz="1800">
                          <a:solidFill>
                            <a:schemeClr val="accent6">
                              <a:lumMod val="20000"/>
                              <a:lumOff val="80000"/>
                            </a:schemeClr>
                          </a:solidFill>
                          <a:latin typeface="Arial"/>
                          <a:cs typeface="Arial"/>
                        </a:rPr>
                        <a:t>which have loose lapels and are open</a:t>
                      </a:r>
                    </a:p>
                  </a:txBody>
                  <a:tcPr marL="48185" marR="48185" marT="24097" marB="24097" anchor="ctr">
                    <a:lnL>
                      <a:noFill/>
                    </a:lnL>
                    <a:lnR>
                      <a:noFill/>
                    </a:lnR>
                    <a:lnT>
                      <a:noFill/>
                    </a:lnT>
                    <a:lnB>
                      <a:noFill/>
                    </a:lnB>
                  </a:tcPr>
                </a:tc>
                <a:tc>
                  <a:txBody>
                    <a:bodyPr/>
                    <a:lstStyle/>
                    <a:p>
                      <a:endParaRPr lang="en-IN" sz="1200">
                        <a:solidFill>
                          <a:schemeClr val="accent6">
                            <a:lumMod val="20000"/>
                            <a:lumOff val="80000"/>
                          </a:schemeClr>
                        </a:solidFill>
                      </a:endParaRPr>
                    </a:p>
                  </a:txBody>
                  <a:tcPr marL="48185" marR="48185" marT="24097" marB="24097" anchor="ctr">
                    <a:lnL>
                      <a:noFill/>
                    </a:lnL>
                    <a:lnR>
                      <a:noFill/>
                    </a:lnR>
                    <a:lnT>
                      <a:noFill/>
                    </a:lnT>
                    <a:lnB>
                      <a:noFill/>
                    </a:lnB>
                  </a:tcPr>
                </a:tc>
              </a:tr>
              <a:tr h="608941">
                <a:tc>
                  <a:txBody>
                    <a:bodyPr/>
                    <a:lstStyle/>
                    <a:p>
                      <a:r>
                        <a:rPr lang="en-IN" sz="1600" b="1">
                          <a:solidFill>
                            <a:schemeClr val="accent6">
                              <a:lumMod val="20000"/>
                              <a:lumOff val="80000"/>
                            </a:schemeClr>
                          </a:solidFill>
                          <a:latin typeface="Arial"/>
                          <a:cs typeface="Arial"/>
                        </a:rPr>
                        <a:t>Lower Garment</a:t>
                      </a:r>
                      <a:endParaRPr lang="en-IN" sz="1600">
                        <a:solidFill>
                          <a:schemeClr val="accent6">
                            <a:lumMod val="20000"/>
                            <a:lumOff val="80000"/>
                          </a:schemeClr>
                        </a:solidFill>
                        <a:latin typeface="Arial"/>
                        <a:cs typeface="Arial"/>
                      </a:endParaRPr>
                    </a:p>
                  </a:txBody>
                  <a:tcPr marL="48185" marR="48185" marT="24097" marB="24097" anchor="ctr">
                    <a:lnL>
                      <a:noFill/>
                    </a:lnL>
                    <a:lnR>
                      <a:noFill/>
                    </a:lnR>
                    <a:lnT>
                      <a:noFill/>
                    </a:lnT>
                    <a:lnB>
                      <a:noFill/>
                    </a:lnB>
                  </a:tcPr>
                </a:tc>
                <a:tc>
                  <a:txBody>
                    <a:bodyPr/>
                    <a:lstStyle/>
                    <a:p>
                      <a:r>
                        <a:rPr lang="en-IN" sz="1800">
                          <a:solidFill>
                            <a:schemeClr val="accent6">
                              <a:lumMod val="20000"/>
                              <a:lumOff val="80000"/>
                            </a:schemeClr>
                          </a:solidFill>
                          <a:latin typeface="Arial"/>
                          <a:cs typeface="Arial"/>
                        </a:rPr>
                        <a:t>Consist of skirts called "chang“.</a:t>
                      </a:r>
                    </a:p>
                  </a:txBody>
                  <a:tcPr marL="48185" marR="48185" marT="24097" marB="24097" anchor="ctr">
                    <a:lnL>
                      <a:noFill/>
                    </a:lnL>
                    <a:lnR>
                      <a:noFill/>
                    </a:lnR>
                    <a:lnT>
                      <a:noFill/>
                    </a:lnT>
                    <a:lnB>
                      <a:noFill/>
                    </a:lnB>
                  </a:tcPr>
                </a:tc>
                <a:tc>
                  <a:txBody>
                    <a:bodyPr/>
                    <a:lstStyle/>
                    <a:p>
                      <a:endParaRPr lang="en-US" sz="1200">
                        <a:solidFill>
                          <a:schemeClr val="accent6">
                            <a:lumMod val="20000"/>
                            <a:lumOff val="80000"/>
                          </a:schemeClr>
                        </a:solidFill>
                      </a:endParaRPr>
                    </a:p>
                  </a:txBody>
                  <a:tcPr marL="48185" marR="48185" marT="24097" marB="24097" anchor="ctr">
                    <a:lnL>
                      <a:noFill/>
                    </a:lnL>
                    <a:lnR>
                      <a:noFill/>
                    </a:lnR>
                    <a:lnT>
                      <a:noFill/>
                    </a:lnT>
                    <a:lnB>
                      <a:noFill/>
                    </a:lnB>
                  </a:tcPr>
                </a:tc>
              </a:tr>
              <a:tr h="1145550">
                <a:tc>
                  <a:txBody>
                    <a:bodyPr/>
                    <a:lstStyle/>
                    <a:p>
                      <a:r>
                        <a:rPr lang="en-IN" sz="1600" b="1">
                          <a:solidFill>
                            <a:schemeClr val="accent6">
                              <a:lumMod val="20000"/>
                              <a:lumOff val="80000"/>
                            </a:schemeClr>
                          </a:solidFill>
                          <a:latin typeface="Arial"/>
                          <a:cs typeface="Arial"/>
                        </a:rPr>
                        <a:t>Collars</a:t>
                      </a:r>
                      <a:endParaRPr lang="en-IN" sz="1600">
                        <a:solidFill>
                          <a:schemeClr val="accent6">
                            <a:lumMod val="20000"/>
                            <a:lumOff val="80000"/>
                          </a:schemeClr>
                        </a:solidFill>
                        <a:latin typeface="Arial"/>
                        <a:cs typeface="Arial"/>
                      </a:endParaRPr>
                    </a:p>
                  </a:txBody>
                  <a:tcPr marL="48185" marR="48185" marT="24097" marB="24097" anchor="ctr">
                    <a:lnL>
                      <a:noFill/>
                    </a:lnL>
                    <a:lnR>
                      <a:noFill/>
                    </a:lnR>
                    <a:lnT>
                      <a:noFill/>
                    </a:lnT>
                    <a:lnB>
                      <a:noFill/>
                    </a:lnB>
                  </a:tcPr>
                </a:tc>
                <a:tc>
                  <a:txBody>
                    <a:bodyPr/>
                    <a:lstStyle/>
                    <a:p>
                      <a:r>
                        <a:rPr lang="en-IN" sz="1800">
                          <a:solidFill>
                            <a:schemeClr val="accent6">
                              <a:lumMod val="20000"/>
                              <a:lumOff val="80000"/>
                            </a:schemeClr>
                          </a:solidFill>
                          <a:latin typeface="Arial"/>
                          <a:cs typeface="Arial"/>
                        </a:rPr>
                        <a:t>Generally, diagonally crossing each other, with the left crossing over the right</a:t>
                      </a:r>
                    </a:p>
                  </a:txBody>
                  <a:tcPr marL="48185" marR="48185" marT="24097" marB="24097" anchor="ctr">
                    <a:lnL>
                      <a:noFill/>
                    </a:lnL>
                    <a:lnR>
                      <a:noFill/>
                    </a:lnR>
                    <a:lnT>
                      <a:noFill/>
                    </a:lnT>
                    <a:lnB>
                      <a:noFill/>
                    </a:lnB>
                  </a:tcPr>
                </a:tc>
                <a:tc>
                  <a:txBody>
                    <a:bodyPr/>
                    <a:lstStyle/>
                    <a:p>
                      <a:endParaRPr lang="en-IN" sz="1200">
                        <a:solidFill>
                          <a:schemeClr val="accent6">
                            <a:lumMod val="20000"/>
                            <a:lumOff val="80000"/>
                          </a:schemeClr>
                        </a:solidFill>
                      </a:endParaRPr>
                    </a:p>
                  </a:txBody>
                  <a:tcPr marL="48185" marR="48185" marT="24097" marB="24097" anchor="ctr">
                    <a:lnL>
                      <a:noFill/>
                    </a:lnL>
                    <a:lnR>
                      <a:noFill/>
                    </a:lnR>
                    <a:lnT>
                      <a:noFill/>
                    </a:lnT>
                    <a:lnB>
                      <a:noFill/>
                    </a:lnB>
                  </a:tcPr>
                </a:tc>
              </a:tr>
              <a:tr h="330598">
                <a:tc>
                  <a:txBody>
                    <a:bodyPr/>
                    <a:lstStyle/>
                    <a:p>
                      <a:r>
                        <a:rPr lang="en-IN" sz="1600" b="1">
                          <a:solidFill>
                            <a:schemeClr val="accent6">
                              <a:lumMod val="20000"/>
                              <a:lumOff val="80000"/>
                            </a:schemeClr>
                          </a:solidFill>
                          <a:latin typeface="Arial"/>
                          <a:cs typeface="Arial"/>
                        </a:rPr>
                        <a:t>Sleeves</a:t>
                      </a:r>
                      <a:endParaRPr lang="en-IN" sz="1600">
                        <a:solidFill>
                          <a:schemeClr val="accent6">
                            <a:lumMod val="20000"/>
                            <a:lumOff val="80000"/>
                          </a:schemeClr>
                        </a:solidFill>
                        <a:latin typeface="Arial"/>
                        <a:cs typeface="Arial"/>
                      </a:endParaRPr>
                    </a:p>
                  </a:txBody>
                  <a:tcPr marL="48185" marR="48185" marT="24097" marB="24097" anchor="ctr">
                    <a:lnL>
                      <a:noFill/>
                    </a:lnL>
                    <a:lnR>
                      <a:noFill/>
                    </a:lnR>
                    <a:lnT>
                      <a:noFill/>
                    </a:lnT>
                    <a:lnB>
                      <a:noFill/>
                    </a:lnB>
                  </a:tcPr>
                </a:tc>
                <a:tc>
                  <a:txBody>
                    <a:bodyPr/>
                    <a:lstStyle/>
                    <a:p>
                      <a:r>
                        <a:rPr lang="en-IN" sz="1800">
                          <a:solidFill>
                            <a:schemeClr val="accent6">
                              <a:lumMod val="20000"/>
                              <a:lumOff val="80000"/>
                            </a:schemeClr>
                          </a:solidFill>
                          <a:latin typeface="Arial"/>
                          <a:cs typeface="Arial"/>
                        </a:rPr>
                        <a:t>Long and loose</a:t>
                      </a:r>
                    </a:p>
                  </a:txBody>
                  <a:tcPr marL="48185" marR="48185" marT="24097" marB="24097" anchor="ctr">
                    <a:lnL>
                      <a:noFill/>
                    </a:lnL>
                    <a:lnR>
                      <a:noFill/>
                    </a:lnR>
                    <a:lnT>
                      <a:noFill/>
                    </a:lnT>
                    <a:lnB>
                      <a:noFill/>
                    </a:lnB>
                  </a:tcPr>
                </a:tc>
                <a:tc>
                  <a:txBody>
                    <a:bodyPr/>
                    <a:lstStyle/>
                    <a:p>
                      <a:endParaRPr lang="en-IN" sz="1200">
                        <a:solidFill>
                          <a:schemeClr val="accent6">
                            <a:lumMod val="20000"/>
                            <a:lumOff val="80000"/>
                          </a:schemeClr>
                        </a:solidFill>
                      </a:endParaRPr>
                    </a:p>
                  </a:txBody>
                  <a:tcPr marL="48185" marR="48185" marT="24097" marB="24097" anchor="ctr">
                    <a:lnL>
                      <a:noFill/>
                    </a:lnL>
                    <a:lnR>
                      <a:noFill/>
                    </a:lnR>
                    <a:lnT>
                      <a:noFill/>
                    </a:lnT>
                    <a:lnB>
                      <a:noFill/>
                    </a:lnB>
                  </a:tcPr>
                </a:tc>
              </a:tr>
              <a:tr h="871211">
                <a:tc>
                  <a:txBody>
                    <a:bodyPr/>
                    <a:lstStyle/>
                    <a:p>
                      <a:r>
                        <a:rPr lang="en-IN" sz="1600" b="1">
                          <a:solidFill>
                            <a:schemeClr val="accent6">
                              <a:lumMod val="20000"/>
                              <a:lumOff val="80000"/>
                            </a:schemeClr>
                          </a:solidFill>
                          <a:latin typeface="Arial"/>
                          <a:cs typeface="Arial"/>
                        </a:rPr>
                        <a:t>Buttons</a:t>
                      </a:r>
                      <a:endParaRPr lang="en-IN" sz="1600">
                        <a:solidFill>
                          <a:schemeClr val="accent6">
                            <a:lumMod val="20000"/>
                            <a:lumOff val="80000"/>
                          </a:schemeClr>
                        </a:solidFill>
                        <a:latin typeface="Arial"/>
                        <a:cs typeface="Arial"/>
                      </a:endParaRPr>
                    </a:p>
                  </a:txBody>
                  <a:tcPr marL="48185" marR="48185" marT="24097" marB="24097" anchor="ctr">
                    <a:lnL>
                      <a:noFill/>
                    </a:lnL>
                    <a:lnR>
                      <a:noFill/>
                    </a:lnR>
                    <a:lnT>
                      <a:noFill/>
                    </a:lnT>
                    <a:lnB>
                      <a:noFill/>
                    </a:lnB>
                  </a:tcPr>
                </a:tc>
                <a:tc>
                  <a:txBody>
                    <a:bodyPr/>
                    <a:lstStyle/>
                    <a:p>
                      <a:r>
                        <a:rPr lang="en-IN" sz="1800">
                          <a:solidFill>
                            <a:schemeClr val="accent6">
                              <a:lumMod val="20000"/>
                              <a:lumOff val="80000"/>
                            </a:schemeClr>
                          </a:solidFill>
                          <a:latin typeface="Arial"/>
                          <a:cs typeface="Arial"/>
                        </a:rPr>
                        <a:t>Sparingly used and concealed inside the garment</a:t>
                      </a:r>
                    </a:p>
                  </a:txBody>
                  <a:tcPr marL="48185" marR="48185" marT="24097" marB="24097" anchor="ctr">
                    <a:lnL>
                      <a:noFill/>
                    </a:lnL>
                    <a:lnR>
                      <a:noFill/>
                    </a:lnR>
                    <a:lnT>
                      <a:noFill/>
                    </a:lnT>
                    <a:lnB>
                      <a:noFill/>
                    </a:lnB>
                  </a:tcPr>
                </a:tc>
                <a:tc>
                  <a:txBody>
                    <a:bodyPr/>
                    <a:lstStyle/>
                    <a:p>
                      <a:endParaRPr lang="en-IN" sz="1200">
                        <a:solidFill>
                          <a:schemeClr val="accent6">
                            <a:lumMod val="20000"/>
                            <a:lumOff val="80000"/>
                          </a:schemeClr>
                        </a:solidFill>
                      </a:endParaRPr>
                    </a:p>
                  </a:txBody>
                  <a:tcPr marL="48185" marR="48185" marT="24097" marB="24097" anchor="ctr">
                    <a:lnL>
                      <a:noFill/>
                    </a:lnL>
                    <a:lnR>
                      <a:noFill/>
                    </a:lnR>
                    <a:lnT>
                      <a:noFill/>
                    </a:lnT>
                    <a:lnB>
                      <a:noFill/>
                    </a:lnB>
                  </a:tcPr>
                </a:tc>
              </a:tr>
              <a:tr h="1065646">
                <a:tc>
                  <a:txBody>
                    <a:bodyPr/>
                    <a:lstStyle/>
                    <a:p>
                      <a:r>
                        <a:rPr lang="en-IN" sz="1600" b="1">
                          <a:solidFill>
                            <a:schemeClr val="accent6">
                              <a:lumMod val="20000"/>
                              <a:lumOff val="80000"/>
                            </a:schemeClr>
                          </a:solidFill>
                          <a:latin typeface="Arial"/>
                          <a:cs typeface="Arial"/>
                        </a:rPr>
                        <a:t>Fittings</a:t>
                      </a:r>
                      <a:endParaRPr lang="en-IN" sz="1600">
                        <a:solidFill>
                          <a:schemeClr val="accent6">
                            <a:lumMod val="20000"/>
                            <a:lumOff val="80000"/>
                          </a:schemeClr>
                        </a:solidFill>
                        <a:latin typeface="Arial"/>
                        <a:cs typeface="Arial"/>
                      </a:endParaRPr>
                    </a:p>
                  </a:txBody>
                  <a:tcPr marL="48185" marR="48185" marT="24097" marB="24097" anchor="ctr">
                    <a:lnL>
                      <a:noFill/>
                    </a:lnL>
                    <a:lnR>
                      <a:noFill/>
                    </a:lnR>
                    <a:lnT>
                      <a:noFill/>
                    </a:lnT>
                    <a:lnB>
                      <a:noFill/>
                    </a:lnB>
                  </a:tcPr>
                </a:tc>
                <a:tc>
                  <a:txBody>
                    <a:bodyPr/>
                    <a:lstStyle/>
                    <a:p>
                      <a:r>
                        <a:rPr lang="en-IN" sz="1800">
                          <a:solidFill>
                            <a:schemeClr val="accent6">
                              <a:lumMod val="20000"/>
                              <a:lumOff val="80000"/>
                            </a:schemeClr>
                          </a:solidFill>
                          <a:latin typeface="Arial"/>
                          <a:cs typeface="Arial"/>
                        </a:rPr>
                        <a:t>Belts and sashes are used to close, secure, and fit the garments around the waist</a:t>
                      </a:r>
                    </a:p>
                  </a:txBody>
                  <a:tcPr marL="48185" marR="48185" marT="24097" marB="24097" anchor="ctr">
                    <a:lnL>
                      <a:noFill/>
                    </a:lnL>
                    <a:lnR>
                      <a:noFill/>
                    </a:lnR>
                    <a:lnT>
                      <a:noFill/>
                    </a:lnT>
                    <a:lnB>
                      <a:noFill/>
                    </a:lnB>
                  </a:tcPr>
                </a:tc>
                <a:tc>
                  <a:txBody>
                    <a:bodyPr/>
                    <a:lstStyle/>
                    <a:p>
                      <a:endParaRPr lang="en-IN" sz="1200">
                        <a:solidFill>
                          <a:schemeClr val="accent6">
                            <a:lumMod val="20000"/>
                            <a:lumOff val="80000"/>
                          </a:schemeClr>
                        </a:solidFill>
                      </a:endParaRPr>
                    </a:p>
                  </a:txBody>
                  <a:tcPr marL="48185" marR="48185" marT="24097" marB="24097">
                    <a:lnL>
                      <a:noFill/>
                    </a:lnL>
                    <a:lnT>
                      <a:noFill/>
                    </a:lnT>
                  </a:tcPr>
                </a:tc>
              </a:tr>
            </a:tbl>
          </a:graphicData>
        </a:graphic>
      </p:graphicFrame>
      <p:cxnSp>
        <p:nvCxnSpPr>
          <p:cNvPr id="9" name="Straight Connector 8"/>
          <p:cNvCxnSpPr/>
          <p:nvPr/>
        </p:nvCxnSpPr>
        <p:spPr>
          <a:xfrm>
            <a:off x="214313" y="2071688"/>
            <a:ext cx="371475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a:off x="214313" y="2786063"/>
            <a:ext cx="371475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285750" y="3929063"/>
            <a:ext cx="371475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a:off x="285750" y="4286250"/>
            <a:ext cx="371475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a:xfrm>
            <a:off x="285750" y="5143500"/>
            <a:ext cx="371475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0" y="0"/>
            <a:ext cx="9144000" cy="6858000"/>
          </a:xfrm>
          <a:prstGeom prst="rect">
            <a:avLst/>
          </a:prstGeom>
          <a:solidFill>
            <a:schemeClr val="tx1">
              <a:lumMod val="75000"/>
              <a:lumOff val="2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pic>
        <p:nvPicPr>
          <p:cNvPr id="13315" name="Picture 7" descr="C:\Users\ajay pc\Desktop\163d6547e426e4bb20a468560af573eb.jpg"/>
          <p:cNvPicPr>
            <a:picLocks noChangeAspect="1"/>
          </p:cNvPicPr>
          <p:nvPr/>
        </p:nvPicPr>
        <p:blipFill rotWithShape="1">
          <a:blip r:embed="rId2"/>
          <a:stretch>
            <a:fillRect/>
          </a:stretch>
        </p:blipFill>
        <p:spPr>
          <a:xfrm>
            <a:off x="6286500" y="642938"/>
            <a:ext cx="2857500" cy="5340350"/>
          </a:xfrm>
          <a:prstGeom prst="rect">
            <a:avLst/>
          </a:prstGeom>
          <a:noFill/>
          <a:ln>
            <a:noFill/>
          </a:ln>
        </p:spPr>
      </p:pic>
      <p:pic>
        <p:nvPicPr>
          <p:cNvPr id="13316" name="Picture 8" descr="C:\Users\ajay pc\Desktop\535ec1fa410e4bbe011d8d70f7c7fcc2.jpg"/>
          <p:cNvPicPr>
            <a:picLocks noChangeAspect="1"/>
          </p:cNvPicPr>
          <p:nvPr/>
        </p:nvPicPr>
        <p:blipFill rotWithShape="1">
          <a:blip r:embed="rId3"/>
          <a:srcRect l="8205" t="0" r="15898" b="0"/>
          <a:stretch>
            <a:fillRect/>
          </a:stretch>
        </p:blipFill>
        <p:spPr>
          <a:xfrm>
            <a:off x="0" y="642938"/>
            <a:ext cx="3071813" cy="5395912"/>
          </a:xfrm>
          <a:prstGeom prst="rect">
            <a:avLst/>
          </a:prstGeom>
          <a:noFill/>
          <a:ln>
            <a:noFill/>
          </a:ln>
        </p:spPr>
      </p:pic>
      <p:pic>
        <p:nvPicPr>
          <p:cNvPr id="13317" name="Picture 9" descr="C:\Users\ajay pc\Desktop\25ba1bc4d9684befb8f30f085edc923e.jpg"/>
          <p:cNvPicPr>
            <a:picLocks noChangeAspect="1"/>
          </p:cNvPicPr>
          <p:nvPr/>
        </p:nvPicPr>
        <p:blipFill rotWithShape="1">
          <a:blip r:embed="rId4"/>
          <a:srcRect l="0" t="0" r="43303" b="0"/>
          <a:stretch>
            <a:fillRect/>
          </a:stretch>
        </p:blipFill>
        <p:spPr>
          <a:xfrm>
            <a:off x="3143250" y="642938"/>
            <a:ext cx="3038475" cy="5357812"/>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Title 1"/>
          <p:cNvSpPr>
            <a:spLocks noGrp="1"/>
          </p:cNvSpPr>
          <p:nvPr>
            <p:ph type="title"/>
          </p:nvPr>
        </p:nvSpPr>
        <p:spPr/>
        <p:txBody>
          <a:bodyPr/>
          <a:lstStyle/>
          <a:p>
            <a:endParaRPr lang="en-US"/>
          </a:p>
        </p:txBody>
      </p:sp>
      <p:sp>
        <p:nvSpPr>
          <p:cNvPr id="14339" name="Content Placeholder 2"/>
          <p:cNvSpPr>
            <a:spLocks noGrp="1"/>
          </p:cNvSpPr>
          <p:nvPr>
            <p:ph idx="1"/>
          </p:nvPr>
        </p:nvSpPr>
        <p:spPr/>
        <p:txBody>
          <a:bodyPr/>
          <a:lstStyle/>
          <a:p>
            <a:endParaRPr lang="en-US"/>
          </a:p>
        </p:txBody>
      </p:sp>
      <p:pic>
        <p:nvPicPr>
          <p:cNvPr id="14340" name="Picture 5" descr="C:\Users\ajay pc\Desktop\unnamed.jpg"/>
          <p:cNvPicPr>
            <a:picLocks noChangeAspect="1"/>
          </p:cNvPicPr>
          <p:nvPr/>
        </p:nvPicPr>
        <p:blipFill rotWithShape="1">
          <a:blip r:embed="rId2">
            <a:lum bright="-56000" contrast="6000"/>
          </a:blip>
          <a:stretch>
            <a:fillRect/>
          </a:stretch>
        </p:blipFill>
        <p:spPr>
          <a:xfrm>
            <a:off x="0" y="0"/>
            <a:ext cx="9144000" cy="6858000"/>
          </a:xfrm>
          <a:prstGeom prst="rect">
            <a:avLst/>
          </a:prstGeom>
          <a:noFill/>
          <a:ln>
            <a:noFill/>
          </a:ln>
        </p:spPr>
      </p:pic>
      <p:sp>
        <p:nvSpPr>
          <p:cNvPr id="5" name="Title 2"/>
          <p:cNvSpPr txBox="1"/>
          <p:nvPr/>
        </p:nvSpPr>
        <p:spPr>
          <a:xfrm>
            <a:off x="714375" y="2428875"/>
            <a:ext cx="3643313" cy="2251075"/>
          </a:xfrm>
          <a:prstGeom prst="rect">
            <a:avLst/>
          </a:prstGeom>
          <a:noFill/>
          <a:ln w="9525">
            <a:noFill/>
            <a:miter/>
            <a:headEnd type="none" w="med" len="med"/>
            <a:tailEnd type="none" w="med" len="med"/>
          </a:ln>
        </p:spPr>
        <p:txBody>
          <a:bodyPr anchor="ctr"/>
          <a:lstStyle/>
          <a:p>
            <a:pPr algn="ctr" eaLnBrk="1" hangingPunct="1"/>
            <a:r>
              <a:rPr lang="en-IN" sz="4400">
                <a:solidFill>
                  <a:schemeClr val="bg1">
                    <a:lumMod val="95000"/>
                  </a:schemeClr>
                </a:solidFill>
                <a:latin typeface="Baskerville Old Face"/>
                <a:ea typeface="+mj-ea"/>
              </a:rPr>
              <a:t>Various Styles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4714875" cy="6858000"/>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sp>
        <p:nvSpPr>
          <p:cNvPr id="10243" name="Content Placeholder 1"/>
          <p:cNvSpPr>
            <a:spLocks noGrp="1"/>
          </p:cNvSpPr>
          <p:nvPr>
            <p:ph idx="1"/>
          </p:nvPr>
        </p:nvSpPr>
        <p:spPr>
          <a:xfrm>
            <a:off x="0" y="877888"/>
            <a:ext cx="4143375" cy="6408737"/>
          </a:xfrm>
          <a:prstGeom prst="rect">
            <a:avLst/>
          </a:prstGeom>
        </p:spPr>
        <p:txBody>
          <a:bodyPr rtlCol="0">
            <a:noAutofit/>
          </a:bodyPr>
          <a:lstStyle/>
          <a:p>
            <a:pPr algn="ctr" eaLnBrk="1" hangingPunct="1" fontAlgn="auto">
              <a:spcAft>
                <a:spcPts val="0"/>
              </a:spcAft>
              <a:buFont typeface="Arial"/>
              <a:buNone/>
            </a:pPr>
            <a:r>
              <a:rPr lang="en-IN" sz="1800">
                <a:solidFill>
                  <a:schemeClr val="bg2">
                    <a:lumMod val="75000"/>
                  </a:schemeClr>
                </a:solidFill>
                <a:latin typeface="Arial"/>
                <a:cs typeface="Arial"/>
              </a:rPr>
              <a:t>Han-Chinese clothing had changed and evolved with the fashion of the days since its commonly assumed beginnings in the Shang dynasty. </a:t>
            </a:r>
          </a:p>
          <a:p>
            <a:pPr algn="ctr" eaLnBrk="1" hangingPunct="1" fontAlgn="auto">
              <a:spcAft>
                <a:spcPts val="0"/>
              </a:spcAft>
            </a:pPr>
            <a:endParaRPr lang="en-IN" sz="1800">
              <a:solidFill>
                <a:schemeClr val="bg2">
                  <a:lumMod val="75000"/>
                </a:schemeClr>
              </a:solidFill>
              <a:latin typeface="Arial"/>
              <a:cs typeface="Arial"/>
            </a:endParaRPr>
          </a:p>
          <a:p>
            <a:pPr algn="ctr" eaLnBrk="1" hangingPunct="1" fontAlgn="auto">
              <a:spcAft>
                <a:spcPts val="0"/>
              </a:spcAft>
              <a:buFont typeface="Arial"/>
              <a:buNone/>
            </a:pPr>
            <a:r>
              <a:rPr lang="en-IN" sz="1800">
                <a:solidFill>
                  <a:schemeClr val="bg2">
                    <a:lumMod val="75000"/>
                  </a:schemeClr>
                </a:solidFill>
                <a:latin typeface="Arial"/>
                <a:cs typeface="Arial"/>
              </a:rPr>
              <a:t>Many of the earlier designs are more gender-neutral and simple in cuttings. Later garments incorporate multiple pieces with men commonly wearing pants and women commonly wearing skirts. </a:t>
            </a:r>
          </a:p>
          <a:p>
            <a:pPr algn="ctr" eaLnBrk="1" hangingPunct="1" fontAlgn="auto">
              <a:spcAft>
                <a:spcPts val="0"/>
              </a:spcAft>
            </a:pPr>
            <a:endParaRPr lang="en-IN" sz="1800">
              <a:solidFill>
                <a:schemeClr val="bg2">
                  <a:lumMod val="75000"/>
                </a:schemeClr>
              </a:solidFill>
              <a:latin typeface="Arial"/>
              <a:cs typeface="Arial"/>
            </a:endParaRPr>
          </a:p>
          <a:p>
            <a:pPr algn="ctr" eaLnBrk="1" hangingPunct="1" fontAlgn="auto">
              <a:spcAft>
                <a:spcPts val="0"/>
              </a:spcAft>
              <a:buFont typeface="Arial"/>
              <a:buNone/>
            </a:pPr>
            <a:r>
              <a:rPr lang="en-IN" sz="1800">
                <a:solidFill>
                  <a:schemeClr val="bg2">
                    <a:lumMod val="75000"/>
                  </a:schemeClr>
                </a:solidFill>
                <a:latin typeface="Arial"/>
                <a:cs typeface="Arial"/>
              </a:rPr>
              <a:t>Clothing for women usually accentuates the body's natural curves through wrapping of upper garment lapels or binding with sashes at the waist.</a:t>
            </a:r>
          </a:p>
        </p:txBody>
      </p:sp>
      <p:pic>
        <p:nvPicPr>
          <p:cNvPr id="15364" name="Picture 4" descr="C:\Users\ajay pc\Desktop\725ff6998d9d1e39ed4ec01caaa1ec9c.jpg"/>
          <p:cNvPicPr>
            <a:picLocks noChangeAspect="1"/>
          </p:cNvPicPr>
          <p:nvPr/>
        </p:nvPicPr>
        <p:blipFill rotWithShape="1">
          <a:blip r:embed="rId2"/>
          <a:stretch>
            <a:fillRect/>
          </a:stretch>
        </p:blipFill>
        <p:spPr>
          <a:xfrm>
            <a:off x="4379913" y="0"/>
            <a:ext cx="4764087" cy="68580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0" y="0"/>
            <a:ext cx="5500688" cy="6858000"/>
          </a:xfrm>
          <a:prstGeom prst="rect">
            <a:avLst/>
          </a:prstGeom>
          <a:solidFill>
            <a:schemeClr val="accent3">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sp>
        <p:nvSpPr>
          <p:cNvPr id="16387" name="Title 2"/>
          <p:cNvSpPr>
            <a:spLocks noGrp="1"/>
          </p:cNvSpPr>
          <p:nvPr>
            <p:ph type="title"/>
          </p:nvPr>
        </p:nvSpPr>
        <p:spPr>
          <a:xfrm>
            <a:off x="5929313" y="1319213"/>
            <a:ext cx="2819400" cy="2395537"/>
          </a:xfrm>
          <a:prstGeom prst="rect">
            <a:avLst/>
          </a:prstGeom>
        </p:spPr>
        <p:txBody>
          <a:bodyPr/>
          <a:lstStyle/>
          <a:p>
            <a:pPr eaLnBrk="1" hangingPunct="1"/>
            <a:r>
              <a:rPr lang="en-IN">
                <a:solidFill>
                  <a:srgbClr val="FFC000"/>
                </a:solidFill>
                <a:latin typeface="Arial"/>
                <a:cs typeface="Arial"/>
              </a:rPr>
              <a:t>Informal Styles</a:t>
            </a:r>
          </a:p>
        </p:txBody>
      </p:sp>
      <p:sp>
        <p:nvSpPr>
          <p:cNvPr id="2" name="Content Placeholder 1"/>
          <p:cNvSpPr>
            <a:spLocks noGrp="1"/>
          </p:cNvSpPr>
          <p:nvPr>
            <p:ph idx="1"/>
          </p:nvPr>
        </p:nvSpPr>
        <p:spPr>
          <a:xfrm>
            <a:off x="179388" y="188913"/>
            <a:ext cx="4606925" cy="6408737"/>
          </a:xfrm>
          <a:prstGeom prst="rect">
            <a:avLst/>
          </a:prstGeom>
        </p:spPr>
        <p:txBody>
          <a:bodyPr rtlCol="0">
            <a:noAutofit/>
          </a:bodyPr>
          <a:lstStyle/>
          <a:p>
            <a:pPr marL="274320" indent="-274320" eaLnBrk="1" hangingPunct="1" fontAlgn="auto">
              <a:spcAft>
                <a:spcPts val="0"/>
              </a:spcAft>
              <a:buClr>
                <a:schemeClr val="accent1">
                  <a:lumMod val="60000"/>
                  <a:lumOff val="40000"/>
                </a:schemeClr>
              </a:buClr>
            </a:pPr>
            <a:r>
              <a:rPr lang="en-IN" sz="1600">
                <a:solidFill>
                  <a:srgbClr val="FFC000"/>
                </a:solidFill>
                <a:latin typeface="Arial"/>
                <a:cs typeface="Arial"/>
              </a:rPr>
              <a:t>Zhongyi</a:t>
            </a:r>
            <a:r>
              <a:rPr lang="en-IN" sz="1600">
                <a:latin typeface="Arial"/>
                <a:cs typeface="Arial"/>
              </a:rPr>
              <a:t> </a:t>
            </a:r>
            <a:r>
              <a:rPr lang="en-IN" sz="1600">
                <a:solidFill>
                  <a:schemeClr val="bg1">
                    <a:lumMod val="85000"/>
                  </a:schemeClr>
                </a:solidFill>
                <a:latin typeface="Arial"/>
                <a:cs typeface="Arial"/>
              </a:rPr>
              <a:t>(</a:t>
            </a:r>
            <a:r>
              <a:rPr lang="ja-JP" sz="1600">
                <a:solidFill>
                  <a:schemeClr val="bg1">
                    <a:lumMod val="85000"/>
                  </a:schemeClr>
                </a:solidFill>
                <a:latin typeface="Arial"/>
                <a:cs typeface="Arial"/>
              </a:rPr>
              <a:t>中衣</a:t>
            </a:r>
            <a:r>
              <a:rPr lang="en-US" sz="1600">
                <a:solidFill>
                  <a:schemeClr val="bg1">
                    <a:lumMod val="85000"/>
                  </a:schemeClr>
                </a:solidFill>
                <a:latin typeface="Arial"/>
                <a:cs typeface="Arial"/>
              </a:rPr>
              <a:t>) </a:t>
            </a:r>
            <a:r>
              <a:rPr lang="en-IN" sz="1600">
                <a:solidFill>
                  <a:schemeClr val="bg1">
                    <a:lumMod val="85000"/>
                  </a:schemeClr>
                </a:solidFill>
                <a:latin typeface="Arial"/>
                <a:cs typeface="Arial"/>
              </a:rPr>
              <a:t>or zhongdan (</a:t>
            </a:r>
            <a:r>
              <a:rPr lang="ja-JP" sz="1600">
                <a:solidFill>
                  <a:schemeClr val="bg1">
                    <a:lumMod val="85000"/>
                  </a:schemeClr>
                </a:solidFill>
                <a:latin typeface="Arial"/>
                <a:cs typeface="Arial"/>
              </a:rPr>
              <a:t>中單</a:t>
            </a:r>
            <a:r>
              <a:rPr lang="en-US" sz="1600">
                <a:solidFill>
                  <a:schemeClr val="bg1">
                    <a:lumMod val="85000"/>
                  </a:schemeClr>
                </a:solidFill>
                <a:latin typeface="Arial"/>
                <a:cs typeface="Arial"/>
              </a:rPr>
              <a:t>): </a:t>
            </a:r>
            <a:r>
              <a:rPr lang="en-IN" sz="1600">
                <a:solidFill>
                  <a:schemeClr val="bg1">
                    <a:lumMod val="85000"/>
                  </a:schemeClr>
                </a:solidFill>
                <a:latin typeface="Arial"/>
                <a:cs typeface="Arial"/>
              </a:rPr>
              <a:t>inner garments, mostly white cotton or silk</a:t>
            </a:r>
          </a:p>
          <a:p>
            <a:pPr marL="274320" indent="-274320" eaLnBrk="1" hangingPunct="1" fontAlgn="auto">
              <a:spcAft>
                <a:spcPts val="0"/>
              </a:spcAft>
              <a:buClr>
                <a:schemeClr val="accent1">
                  <a:lumMod val="60000"/>
                  <a:lumOff val="40000"/>
                </a:schemeClr>
              </a:buClr>
            </a:pPr>
            <a:r>
              <a:rPr lang="en-IN" sz="1600">
                <a:solidFill>
                  <a:srgbClr val="FFC000"/>
                </a:solidFill>
                <a:latin typeface="Arial"/>
                <a:cs typeface="Arial"/>
              </a:rPr>
              <a:t>Shanqun</a:t>
            </a:r>
            <a:r>
              <a:rPr lang="en-IN" sz="1600">
                <a:latin typeface="Arial"/>
                <a:cs typeface="Arial"/>
              </a:rPr>
              <a:t> </a:t>
            </a:r>
            <a:r>
              <a:rPr lang="en-IN" sz="1600">
                <a:solidFill>
                  <a:schemeClr val="bg1">
                    <a:lumMod val="85000"/>
                  </a:schemeClr>
                </a:solidFill>
                <a:latin typeface="Arial"/>
                <a:cs typeface="Arial"/>
              </a:rPr>
              <a:t>(</a:t>
            </a:r>
            <a:r>
              <a:rPr lang="ja-JP" sz="1600">
                <a:solidFill>
                  <a:schemeClr val="bg1">
                    <a:lumMod val="85000"/>
                  </a:schemeClr>
                </a:solidFill>
                <a:latin typeface="Arial"/>
                <a:cs typeface="Arial"/>
              </a:rPr>
              <a:t>衫裙</a:t>
            </a:r>
            <a:r>
              <a:rPr lang="en-US" sz="1600">
                <a:solidFill>
                  <a:schemeClr val="bg1">
                    <a:lumMod val="85000"/>
                  </a:schemeClr>
                </a:solidFill>
                <a:latin typeface="Arial"/>
                <a:cs typeface="Arial"/>
              </a:rPr>
              <a:t>): </a:t>
            </a:r>
            <a:r>
              <a:rPr lang="en-IN" sz="1600">
                <a:solidFill>
                  <a:schemeClr val="bg1">
                    <a:lumMod val="85000"/>
                  </a:schemeClr>
                </a:solidFill>
                <a:latin typeface="Arial"/>
                <a:cs typeface="Arial"/>
              </a:rPr>
              <a:t>a short coat with a long skirt</a:t>
            </a:r>
          </a:p>
          <a:p>
            <a:pPr marL="274320" indent="-274320" eaLnBrk="1" hangingPunct="1" fontAlgn="auto">
              <a:spcAft>
                <a:spcPts val="0"/>
              </a:spcAft>
              <a:buClr>
                <a:schemeClr val="accent1">
                  <a:lumMod val="60000"/>
                  <a:lumOff val="40000"/>
                </a:schemeClr>
              </a:buClr>
            </a:pPr>
            <a:r>
              <a:rPr lang="en-IN" sz="1600">
                <a:solidFill>
                  <a:srgbClr val="FFC000"/>
                </a:solidFill>
                <a:latin typeface="Arial"/>
                <a:cs typeface="Arial"/>
              </a:rPr>
              <a:t>Ruqun</a:t>
            </a:r>
            <a:r>
              <a:rPr lang="en-IN" sz="1600">
                <a:solidFill>
                  <a:srgbClr val="FFFF00"/>
                </a:solidFill>
                <a:latin typeface="Arial"/>
                <a:cs typeface="Arial"/>
              </a:rPr>
              <a:t> </a:t>
            </a:r>
            <a:r>
              <a:rPr lang="en-IN" sz="1600">
                <a:solidFill>
                  <a:schemeClr val="bg1">
                    <a:lumMod val="85000"/>
                  </a:schemeClr>
                </a:solidFill>
                <a:latin typeface="Arial"/>
                <a:cs typeface="Arial"/>
              </a:rPr>
              <a:t>(</a:t>
            </a:r>
            <a:r>
              <a:rPr lang="ja-JP" sz="1600">
                <a:solidFill>
                  <a:schemeClr val="bg1">
                    <a:lumMod val="85000"/>
                  </a:schemeClr>
                </a:solidFill>
                <a:latin typeface="Arial"/>
                <a:cs typeface="Arial"/>
              </a:rPr>
              <a:t>襦裙</a:t>
            </a:r>
            <a:r>
              <a:rPr lang="en-US" sz="1600">
                <a:solidFill>
                  <a:schemeClr val="bg1">
                    <a:lumMod val="85000"/>
                  </a:schemeClr>
                </a:solidFill>
                <a:latin typeface="Arial"/>
                <a:cs typeface="Arial"/>
              </a:rPr>
              <a:t>): </a:t>
            </a:r>
            <a:r>
              <a:rPr lang="en-IN" sz="1600">
                <a:solidFill>
                  <a:schemeClr val="bg1">
                    <a:lumMod val="85000"/>
                  </a:schemeClr>
                </a:solidFill>
                <a:latin typeface="Arial"/>
                <a:cs typeface="Arial"/>
              </a:rPr>
              <a:t>a top garment with a separate lower garment or skirt</a:t>
            </a:r>
          </a:p>
          <a:p>
            <a:pPr marL="274320" indent="-274320" eaLnBrk="1" hangingPunct="1" fontAlgn="auto">
              <a:spcAft>
                <a:spcPts val="0"/>
              </a:spcAft>
              <a:buClr>
                <a:schemeClr val="accent1">
                  <a:lumMod val="60000"/>
                  <a:lumOff val="40000"/>
                </a:schemeClr>
              </a:buClr>
            </a:pPr>
            <a:r>
              <a:rPr lang="en-IN" sz="1600">
                <a:solidFill>
                  <a:srgbClr val="FFC000"/>
                </a:solidFill>
                <a:latin typeface="Arial"/>
                <a:cs typeface="Arial"/>
              </a:rPr>
              <a:t>Kuzhe </a:t>
            </a:r>
            <a:r>
              <a:rPr lang="en-IN" sz="1600">
                <a:solidFill>
                  <a:schemeClr val="bg1">
                    <a:lumMod val="85000"/>
                  </a:schemeClr>
                </a:solidFill>
                <a:latin typeface="Arial"/>
                <a:cs typeface="Arial"/>
              </a:rPr>
              <a:t>(</a:t>
            </a:r>
            <a:r>
              <a:rPr lang="ja-JP" sz="1600">
                <a:solidFill>
                  <a:schemeClr val="bg1">
                    <a:lumMod val="85000"/>
                  </a:schemeClr>
                </a:solidFill>
                <a:latin typeface="Arial"/>
                <a:cs typeface="Arial"/>
              </a:rPr>
              <a:t>褲褶</a:t>
            </a:r>
            <a:r>
              <a:rPr lang="en-US" sz="1600">
                <a:solidFill>
                  <a:schemeClr val="bg1">
                    <a:lumMod val="85000"/>
                  </a:schemeClr>
                </a:solidFill>
                <a:latin typeface="Arial"/>
                <a:cs typeface="Arial"/>
              </a:rPr>
              <a:t>): </a:t>
            </a:r>
            <a:r>
              <a:rPr lang="en-IN" sz="1600">
                <a:solidFill>
                  <a:schemeClr val="bg1">
                    <a:lumMod val="85000"/>
                  </a:schemeClr>
                </a:solidFill>
                <a:latin typeface="Arial"/>
                <a:cs typeface="Arial"/>
              </a:rPr>
              <a:t>a short coat with trousers</a:t>
            </a:r>
          </a:p>
          <a:p>
            <a:pPr marL="274320" indent="-274320" eaLnBrk="1" hangingPunct="1" fontAlgn="auto">
              <a:spcAft>
                <a:spcPts val="0"/>
              </a:spcAft>
              <a:buClr>
                <a:schemeClr val="accent1">
                  <a:lumMod val="60000"/>
                  <a:lumOff val="40000"/>
                </a:schemeClr>
              </a:buClr>
            </a:pPr>
            <a:r>
              <a:rPr lang="en-IN" sz="1600">
                <a:solidFill>
                  <a:srgbClr val="FFC000"/>
                </a:solidFill>
                <a:latin typeface="Arial"/>
                <a:cs typeface="Arial"/>
              </a:rPr>
              <a:t>Zhiduo/</a:t>
            </a:r>
            <a:r>
              <a:rPr lang="en-IN" sz="1600">
                <a:solidFill>
                  <a:srgbClr val="FFC000"/>
                </a:solidFill>
                <a:latin typeface="Arial"/>
                <a:cs typeface="Arial"/>
              </a:rPr>
              <a:t>zhishen</a:t>
            </a:r>
            <a:r>
              <a:rPr lang="en-IN" sz="1600">
                <a:latin typeface="Arial"/>
                <a:cs typeface="Arial"/>
              </a:rPr>
              <a:t> </a:t>
            </a:r>
            <a:r>
              <a:rPr lang="en-IN" sz="1600">
                <a:solidFill>
                  <a:schemeClr val="bg1">
                    <a:lumMod val="85000"/>
                  </a:schemeClr>
                </a:solidFill>
                <a:latin typeface="Arial"/>
                <a:cs typeface="Arial"/>
              </a:rPr>
              <a:t>(</a:t>
            </a:r>
            <a:r>
              <a:rPr lang="ja-JP" sz="1600">
                <a:solidFill>
                  <a:schemeClr val="bg1">
                    <a:lumMod val="85000"/>
                  </a:schemeClr>
                </a:solidFill>
                <a:latin typeface="Arial"/>
                <a:cs typeface="Arial"/>
              </a:rPr>
              <a:t>直裰</a:t>
            </a:r>
            <a:r>
              <a:rPr lang="en-US" sz="1600">
                <a:solidFill>
                  <a:schemeClr val="bg1">
                    <a:lumMod val="85000"/>
                  </a:schemeClr>
                </a:solidFill>
                <a:latin typeface="Arial"/>
                <a:cs typeface="Arial"/>
              </a:rPr>
              <a:t>/</a:t>
            </a:r>
            <a:r>
              <a:rPr lang="ja-JP" sz="1600">
                <a:solidFill>
                  <a:schemeClr val="bg1">
                    <a:lumMod val="85000"/>
                  </a:schemeClr>
                </a:solidFill>
                <a:latin typeface="Arial"/>
                <a:cs typeface="Arial"/>
              </a:rPr>
              <a:t>直身</a:t>
            </a:r>
            <a:r>
              <a:rPr lang="en-US" sz="1600">
                <a:solidFill>
                  <a:schemeClr val="bg1">
                    <a:lumMod val="85000"/>
                  </a:schemeClr>
                </a:solidFill>
                <a:latin typeface="Arial"/>
                <a:cs typeface="Arial"/>
              </a:rPr>
              <a:t>): </a:t>
            </a:r>
            <a:r>
              <a:rPr lang="en-IN" sz="1600">
                <a:solidFill>
                  <a:schemeClr val="bg1">
                    <a:lumMod val="85000"/>
                  </a:schemeClr>
                </a:solidFill>
                <a:latin typeface="Arial"/>
                <a:cs typeface="Arial"/>
              </a:rPr>
              <a:t>a Ming Dynasty style robe, similar to a </a:t>
            </a:r>
            <a:r>
              <a:rPr lang="en-IN" sz="1600" i="1">
                <a:solidFill>
                  <a:schemeClr val="bg1">
                    <a:lumMod val="85000"/>
                  </a:schemeClr>
                </a:solidFill>
                <a:latin typeface="Arial"/>
                <a:cs typeface="Arial"/>
              </a:rPr>
              <a:t>zhiju</a:t>
            </a:r>
            <a:r>
              <a:rPr lang="en-IN" sz="1600" i="1">
                <a:solidFill>
                  <a:schemeClr val="bg1">
                    <a:lumMod val="85000"/>
                  </a:schemeClr>
                </a:solidFill>
                <a:latin typeface="Arial"/>
                <a:cs typeface="Arial"/>
              </a:rPr>
              <a:t> shenyi</a:t>
            </a:r>
            <a:r>
              <a:rPr lang="en-IN" sz="1600">
                <a:solidFill>
                  <a:schemeClr val="bg1">
                    <a:lumMod val="85000"/>
                  </a:schemeClr>
                </a:solidFill>
                <a:latin typeface="Arial"/>
                <a:cs typeface="Arial"/>
              </a:rPr>
              <a:t> but with vents at the side and 'stitched sleeves' (i.e. the sleeve cuff is closed save a small opening for the hand to go through)</a:t>
            </a:r>
          </a:p>
          <a:p>
            <a:pPr marL="274320" indent="-274320" eaLnBrk="1" hangingPunct="1" fontAlgn="auto">
              <a:spcAft>
                <a:spcPts val="0"/>
              </a:spcAft>
              <a:buClr>
                <a:schemeClr val="accent1">
                  <a:lumMod val="60000"/>
                  <a:lumOff val="40000"/>
                </a:schemeClr>
              </a:buClr>
            </a:pPr>
            <a:r>
              <a:rPr lang="en-IN" sz="1600">
                <a:solidFill>
                  <a:srgbClr val="FFC000"/>
                </a:solidFill>
                <a:latin typeface="Arial"/>
                <a:cs typeface="Arial"/>
              </a:rPr>
              <a:t>Daopao/</a:t>
            </a:r>
            <a:r>
              <a:rPr lang="en-IN" sz="1600">
                <a:solidFill>
                  <a:srgbClr val="FFC000"/>
                </a:solidFill>
                <a:latin typeface="Arial"/>
                <a:cs typeface="Arial"/>
              </a:rPr>
              <a:t>Fusha</a:t>
            </a:r>
            <a:r>
              <a:rPr lang="en-IN" sz="1600">
                <a:solidFill>
                  <a:srgbClr val="FFC000"/>
                </a:solidFill>
                <a:latin typeface="Arial"/>
                <a:cs typeface="Arial"/>
              </a:rPr>
              <a:t> </a:t>
            </a:r>
            <a:r>
              <a:rPr lang="en-IN" sz="1600">
                <a:solidFill>
                  <a:schemeClr val="bg1">
                    <a:lumMod val="85000"/>
                  </a:schemeClr>
                </a:solidFill>
                <a:latin typeface="Arial"/>
                <a:cs typeface="Arial"/>
              </a:rPr>
              <a:t>(</a:t>
            </a:r>
            <a:r>
              <a:rPr lang="ja-JP" sz="1600">
                <a:solidFill>
                  <a:schemeClr val="bg1">
                    <a:lumMod val="85000"/>
                  </a:schemeClr>
                </a:solidFill>
                <a:latin typeface="Arial"/>
                <a:cs typeface="Arial"/>
              </a:rPr>
              <a:t>道袍</a:t>
            </a:r>
            <a:r>
              <a:rPr lang="en-US" sz="1600">
                <a:solidFill>
                  <a:schemeClr val="bg1">
                    <a:lumMod val="85000"/>
                  </a:schemeClr>
                </a:solidFill>
                <a:latin typeface="Arial"/>
                <a:cs typeface="Arial"/>
              </a:rPr>
              <a:t>/</a:t>
            </a:r>
            <a:r>
              <a:rPr lang="ja-JP" sz="1600">
                <a:solidFill>
                  <a:schemeClr val="bg1">
                    <a:lumMod val="85000"/>
                  </a:schemeClr>
                </a:solidFill>
                <a:latin typeface="Arial"/>
                <a:cs typeface="Arial"/>
              </a:rPr>
              <a:t>彿裟</a:t>
            </a:r>
            <a:r>
              <a:rPr lang="en-US" sz="1600">
                <a:solidFill>
                  <a:schemeClr val="bg1">
                    <a:lumMod val="85000"/>
                  </a:schemeClr>
                </a:solidFill>
                <a:latin typeface="Arial"/>
                <a:cs typeface="Arial"/>
              </a:rPr>
              <a:t>): </a:t>
            </a:r>
            <a:r>
              <a:rPr lang="en-IN" sz="1600">
                <a:solidFill>
                  <a:schemeClr val="bg1">
                    <a:lumMod val="85000"/>
                  </a:schemeClr>
                </a:solidFill>
                <a:latin typeface="Arial"/>
                <a:cs typeface="Arial"/>
              </a:rPr>
              <a:t>Taoist/Buddhist priests' full dress ceremonial robes</a:t>
            </a:r>
          </a:p>
          <a:p>
            <a:pPr marL="274320" indent="-274320" eaLnBrk="1" hangingPunct="1" fontAlgn="auto">
              <a:spcAft>
                <a:spcPts val="0"/>
              </a:spcAft>
              <a:buClr>
                <a:schemeClr val="accent1">
                  <a:lumMod val="60000"/>
                  <a:lumOff val="40000"/>
                </a:schemeClr>
              </a:buClr>
            </a:pPr>
            <a:endParaRPr lang="en-IN" sz="1600">
              <a:latin typeface="Arial"/>
              <a:cs typeface="Arial"/>
            </a:endParaRPr>
          </a:p>
          <a:p>
            <a:pPr marL="0" indent="0" eaLnBrk="1" hangingPunct="1" fontAlgn="auto">
              <a:spcAft>
                <a:spcPts val="0"/>
              </a:spcAft>
              <a:buClr>
                <a:schemeClr val="accent1">
                  <a:lumMod val="60000"/>
                  <a:lumOff val="40000"/>
                </a:schemeClr>
              </a:buClr>
              <a:buFont typeface="Arial"/>
              <a:buNone/>
            </a:pPr>
            <a:r>
              <a:rPr lang="en-IN" sz="1600">
                <a:solidFill>
                  <a:schemeClr val="bg1">
                    <a:lumMod val="85000"/>
                  </a:schemeClr>
                </a:solidFill>
                <a:latin typeface="Arial"/>
                <a:cs typeface="Arial"/>
              </a:rPr>
              <a:t>A typical set of Hanfu can consist of two or three layers. The first layer of clothing is mostly the </a:t>
            </a:r>
            <a:r>
              <a:rPr lang="en-IN" sz="1600" i="1">
                <a:solidFill>
                  <a:srgbClr val="FFC000"/>
                </a:solidFill>
                <a:latin typeface="Arial"/>
                <a:cs typeface="Arial"/>
              </a:rPr>
              <a:t>zhongyi</a:t>
            </a:r>
            <a:r>
              <a:rPr lang="en-IN" sz="1600">
                <a:latin typeface="Arial"/>
                <a:cs typeface="Arial"/>
              </a:rPr>
              <a:t> </a:t>
            </a:r>
            <a:r>
              <a:rPr lang="en-IN" sz="1600">
                <a:solidFill>
                  <a:schemeClr val="bg1">
                    <a:lumMod val="85000"/>
                  </a:schemeClr>
                </a:solidFill>
                <a:latin typeface="Arial"/>
                <a:cs typeface="Arial"/>
              </a:rPr>
              <a:t>(</a:t>
            </a:r>
            <a:r>
              <a:rPr lang="en-IN" sz="1600">
                <a:solidFill>
                  <a:schemeClr val="bg1">
                    <a:lumMod val="85000"/>
                  </a:schemeClr>
                </a:solidFill>
                <a:latin typeface="Arial"/>
                <a:cs typeface="Arial"/>
              </a:rPr>
              <a:t>中衣</a:t>
            </a:r>
            <a:r>
              <a:rPr lang="en-IN" sz="1600">
                <a:solidFill>
                  <a:schemeClr val="bg1">
                    <a:lumMod val="85000"/>
                  </a:schemeClr>
                </a:solidFill>
                <a:latin typeface="Arial"/>
                <a:cs typeface="Arial"/>
              </a:rPr>
              <a:t>) which is typically the inner garment much like a Western T-shirt and pants. The next layer is the main layer of clothing which is mostly closed at the front. There can be an optional third layer which is often an overcoat called a </a:t>
            </a:r>
            <a:r>
              <a:rPr lang="en-IN" sz="1600" i="1">
                <a:solidFill>
                  <a:schemeClr val="bg1">
                    <a:lumMod val="85000"/>
                  </a:schemeClr>
                </a:solidFill>
                <a:latin typeface="Arial"/>
                <a:cs typeface="Arial"/>
              </a:rPr>
              <a:t>zhaoshan</a:t>
            </a:r>
            <a:r>
              <a:rPr lang="en-IN" sz="1600">
                <a:solidFill>
                  <a:schemeClr val="bg1">
                    <a:lumMod val="85000"/>
                  </a:schemeClr>
                </a:solidFill>
                <a:latin typeface="Arial"/>
                <a:cs typeface="Arial"/>
              </a:rPr>
              <a:t> which is open at the front. More complicated sets of Hanfu can have many more layers.</a:t>
            </a:r>
          </a:p>
        </p:txBody>
      </p:sp>
      <p:pic>
        <p:nvPicPr>
          <p:cNvPr id="16389" name="Picture 3" descr="C:\Users\ajay pc\Downloads\6821a54aa55783e5f5ef2815a6fee539.jpg"/>
          <p:cNvPicPr>
            <a:picLocks noChangeAspect="1"/>
          </p:cNvPicPr>
          <p:nvPr/>
        </p:nvPicPr>
        <p:blipFill rotWithShape="1">
          <a:blip r:embed="rId2"/>
          <a:srcRect l="15279" t="0" r="9721" b="0"/>
          <a:stretch>
            <a:fillRect/>
          </a:stretch>
        </p:blipFill>
        <p:spPr>
          <a:xfrm>
            <a:off x="5286375" y="0"/>
            <a:ext cx="3857625" cy="685800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5500688" cy="692943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pic>
        <p:nvPicPr>
          <p:cNvPr id="17411" name="Picture 7" descr="C:\Users\ajay pc\Desktop\d2f8125bc667b3a56286c8a42435c142.jpg"/>
          <p:cNvPicPr>
            <a:picLocks noChangeAspect="1"/>
          </p:cNvPicPr>
          <p:nvPr/>
        </p:nvPicPr>
        <p:blipFill rotWithShape="1">
          <a:blip r:embed="rId2"/>
          <a:srcRect l="11110" t="0" r="13889" b="0"/>
          <a:stretch>
            <a:fillRect/>
          </a:stretch>
        </p:blipFill>
        <p:spPr>
          <a:xfrm>
            <a:off x="2889250" y="0"/>
            <a:ext cx="3897313" cy="6929438"/>
          </a:xfrm>
          <a:prstGeom prst="rect">
            <a:avLst/>
          </a:prstGeom>
          <a:noFill/>
          <a:ln>
            <a:noFill/>
          </a:ln>
        </p:spPr>
      </p:pic>
      <p:pic>
        <p:nvPicPr>
          <p:cNvPr id="17412" name="Picture 2" descr="C:\Users\ajay pc\Desktop\7436e0ac2b484768a3bad60b44e7a466.jpg"/>
          <p:cNvPicPr>
            <a:picLocks noChangeAspect="1"/>
          </p:cNvPicPr>
          <p:nvPr/>
        </p:nvPicPr>
        <p:blipFill rotWithShape="1">
          <a:blip r:embed="rId3"/>
          <a:srcRect l="10536" t="11340" r="30701" b="0"/>
          <a:stretch>
            <a:fillRect/>
          </a:stretch>
        </p:blipFill>
        <p:spPr>
          <a:xfrm>
            <a:off x="6072188" y="-22225"/>
            <a:ext cx="3071812" cy="6951663"/>
          </a:xfrm>
          <a:prstGeom prst="rect">
            <a:avLst/>
          </a:prstGeom>
          <a:noFill/>
          <a:ln>
            <a:noFill/>
          </a:ln>
        </p:spPr>
      </p:pic>
      <p:sp>
        <p:nvSpPr>
          <p:cNvPr id="6" name="Rectangle 5"/>
          <p:cNvSpPr/>
          <p:nvPr/>
        </p:nvSpPr>
        <p:spPr>
          <a:xfrm>
            <a:off x="0" y="2714625"/>
            <a:ext cx="2500313" cy="571500"/>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r>
              <a:rPr lang="en-IN" sz="2800">
                <a:solidFill>
                  <a:schemeClr val="tx1">
                    <a:lumMod val="65000"/>
                    <a:lumOff val="35000"/>
                  </a:schemeClr>
                </a:solidFill>
                <a:latin typeface="Arial"/>
                <a:cs typeface="Arial"/>
              </a:rPr>
              <a:t>Shanqun </a:t>
            </a:r>
            <a:endParaRPr lang="en-US" sz="2800">
              <a:solidFill>
                <a:schemeClr val="tx1">
                  <a:lumMod val="65000"/>
                  <a:lumOff val="35000"/>
                </a:schemeClr>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0" y="0"/>
            <a:ext cx="9144000" cy="6858000"/>
          </a:xfrm>
          <a:prstGeom prst="rect">
            <a:avLst/>
          </a:prstGeom>
          <a:solidFill>
            <a:schemeClr val="tx1">
              <a:lumMod val="75000"/>
              <a:lumOff val="2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sp>
        <p:nvSpPr>
          <p:cNvPr id="18435" name="Content Placeholder 1"/>
          <p:cNvSpPr>
            <a:spLocks noGrp="1"/>
          </p:cNvSpPr>
          <p:nvPr>
            <p:ph idx="1"/>
          </p:nvPr>
        </p:nvSpPr>
        <p:spPr>
          <a:xfrm>
            <a:off x="569913" y="4765675"/>
            <a:ext cx="7931150" cy="1735138"/>
          </a:xfrm>
          <a:prstGeom prst="rect">
            <a:avLst/>
          </a:prstGeom>
        </p:spPr>
        <p:txBody>
          <a:bodyPr/>
          <a:lstStyle/>
          <a:p>
            <a:pPr marL="0" indent="0" eaLnBrk="1" hangingPunct="1">
              <a:buFont typeface="Arial"/>
              <a:buNone/>
            </a:pPr>
            <a:r>
              <a:rPr lang="en-IN" sz="1600">
                <a:solidFill>
                  <a:schemeClr val="bg1"/>
                </a:solidFill>
                <a:latin typeface="Arial"/>
                <a:cs typeface="Arial"/>
              </a:rPr>
              <a:t>Two Traditional forms of “Ruqun”, a type of Han Chinese clothing worn primarily by women. Cuffs and sleeves on the upper garment may be tighter or looser depending on style. A short skirt or </a:t>
            </a:r>
            <a:r>
              <a:rPr lang="en-IN" sz="1600" i="1">
                <a:solidFill>
                  <a:schemeClr val="bg1"/>
                </a:solidFill>
                <a:latin typeface="Arial"/>
                <a:cs typeface="Arial"/>
              </a:rPr>
              <a:t>weighted</a:t>
            </a:r>
            <a:r>
              <a:rPr lang="en-IN" sz="1600">
                <a:solidFill>
                  <a:schemeClr val="bg1"/>
                </a:solidFill>
                <a:latin typeface="Arial"/>
                <a:cs typeface="Arial"/>
              </a:rPr>
              <a:t> braid (with weight provided by a jade or gold pendant) is sometimes worn to improve aesthetics or comfort of the basic Ruqun.</a:t>
            </a:r>
          </a:p>
        </p:txBody>
      </p:sp>
      <p:pic>
        <p:nvPicPr>
          <p:cNvPr id="18436" name="Picture 2" descr="File:Ruqun.svg"/>
          <p:cNvPicPr>
            <a:picLocks noChangeAspect="1"/>
          </p:cNvPicPr>
          <p:nvPr/>
        </p:nvPicPr>
        <p:blipFill rotWithShape="1">
          <a:blip r:embed="rId2"/>
          <a:stretch>
            <a:fillRect/>
          </a:stretch>
        </p:blipFill>
        <p:spPr>
          <a:xfrm>
            <a:off x="179388" y="1406525"/>
            <a:ext cx="8713787" cy="2808288"/>
          </a:xfrm>
          <a:prstGeom prst="rect">
            <a:avLst/>
          </a:prstGeom>
          <a:noFill/>
          <a:ln>
            <a:noFill/>
          </a:ln>
        </p:spPr>
      </p:pic>
      <p:sp>
        <p:nvSpPr>
          <p:cNvPr id="4" name="Rectangle 3"/>
          <p:cNvSpPr/>
          <p:nvPr/>
        </p:nvSpPr>
        <p:spPr>
          <a:xfrm>
            <a:off x="3714750" y="357188"/>
            <a:ext cx="1344613" cy="523875"/>
          </a:xfrm>
          <a:prstGeom prst="rect">
            <a:avLst/>
          </a:prstGeom>
        </p:spPr>
        <p:txBody>
          <a:bodyPr wrap="none">
            <a:spAutoFit/>
          </a:bodyPr>
          <a:lstStyle/>
          <a:p>
            <a:pPr eaLnBrk="1" hangingPunct="1"/>
            <a:r>
              <a:rPr lang="en-IN" sz="2800">
                <a:solidFill>
                  <a:schemeClr val="bg1"/>
                </a:solidFill>
                <a:latin typeface="Arial"/>
              </a:rPr>
              <a:t>Ruqun</a:t>
            </a:r>
            <a:r>
              <a:rPr lang="en-IN" sz="2800">
                <a:solidFill>
                  <a:schemeClr val="accent2">
                    <a:lumMod val="75000"/>
                  </a:schemeClr>
                </a:solidFill>
                <a:latin typeface="Arial"/>
              </a:rPr>
              <a:t> </a:t>
            </a:r>
            <a:endParaRPr lang="en-US" sz="2800">
              <a:solidFill>
                <a:schemeClr val="accent2">
                  <a:lumMod val="75000"/>
                </a:schemeClr>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0" y="0"/>
            <a:ext cx="5500688" cy="6929438"/>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sp>
        <p:nvSpPr>
          <p:cNvPr id="6" name="Rectangle 5"/>
          <p:cNvSpPr/>
          <p:nvPr/>
        </p:nvSpPr>
        <p:spPr>
          <a:xfrm>
            <a:off x="0" y="2714625"/>
            <a:ext cx="2643188" cy="642938"/>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r>
              <a:rPr lang="en-IN" sz="2800">
                <a:solidFill>
                  <a:schemeClr val="bg1"/>
                </a:solidFill>
                <a:latin typeface="Arial"/>
                <a:cs typeface="Arial"/>
              </a:rPr>
              <a:t>Ruqun </a:t>
            </a:r>
            <a:endParaRPr lang="en-US" sz="2800">
              <a:solidFill>
                <a:schemeClr val="bg1"/>
              </a:solidFill>
            </a:endParaRPr>
          </a:p>
        </p:txBody>
      </p:sp>
      <p:pic>
        <p:nvPicPr>
          <p:cNvPr id="19460" name="Picture 3" descr="C:\Users\ajay pc\Desktop\9faa96d37c4eb46635050af6dd7920da.jpg"/>
          <p:cNvPicPr>
            <a:picLocks noChangeAspect="1"/>
          </p:cNvPicPr>
          <p:nvPr/>
        </p:nvPicPr>
        <p:blipFill rotWithShape="1">
          <a:blip r:embed="rId2"/>
          <a:srcRect l="0" t="6250" r="10938" b="0"/>
          <a:stretch>
            <a:fillRect/>
          </a:stretch>
        </p:blipFill>
        <p:spPr>
          <a:xfrm>
            <a:off x="4800600" y="0"/>
            <a:ext cx="4343400" cy="6858000"/>
          </a:xfrm>
          <a:prstGeom prst="rect">
            <a:avLst/>
          </a:prstGeom>
          <a:noFill/>
          <a:ln>
            <a:noFill/>
          </a:ln>
        </p:spPr>
      </p:pic>
      <p:pic>
        <p:nvPicPr>
          <p:cNvPr id="19461" name="Picture 4" descr="C:\Users\ajay pc\Desktop\d5b77b7d200eff1a299dcb61e217b208.jpg"/>
          <p:cNvPicPr>
            <a:picLocks noChangeAspect="1"/>
          </p:cNvPicPr>
          <p:nvPr/>
        </p:nvPicPr>
        <p:blipFill rotWithShape="1">
          <a:blip r:embed="rId3"/>
          <a:srcRect l="18750" t="0" r="21875" b="0"/>
          <a:stretch>
            <a:fillRect/>
          </a:stretch>
        </p:blipFill>
        <p:spPr>
          <a:xfrm>
            <a:off x="2571750" y="0"/>
            <a:ext cx="2714625" cy="68580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0" y="0"/>
            <a:ext cx="5500688" cy="6858000"/>
          </a:xfrm>
          <a:prstGeom prst="rect">
            <a:avLst/>
          </a:prstGeom>
          <a:solidFill>
            <a:schemeClr val="tx1">
              <a:lumMod val="75000"/>
              <a:lumOff val="2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pic>
        <p:nvPicPr>
          <p:cNvPr id="20483" name="Picture 2" descr="C:\Users\ajay pc\Desktop\9af2e2f9862dcc84c5b58920fce95787.jpg"/>
          <p:cNvPicPr>
            <a:picLocks noChangeAspect="1"/>
          </p:cNvPicPr>
          <p:nvPr/>
        </p:nvPicPr>
        <p:blipFill rotWithShape="1">
          <a:blip r:embed="rId2"/>
          <a:srcRect l="16779" t="0" r="20805" b="0"/>
          <a:stretch>
            <a:fillRect/>
          </a:stretch>
        </p:blipFill>
        <p:spPr>
          <a:xfrm>
            <a:off x="5929313" y="0"/>
            <a:ext cx="3214687" cy="6858000"/>
          </a:xfrm>
          <a:prstGeom prst="rect">
            <a:avLst/>
          </a:prstGeom>
          <a:noFill/>
          <a:ln>
            <a:noFill/>
          </a:ln>
        </p:spPr>
      </p:pic>
      <p:pic>
        <p:nvPicPr>
          <p:cNvPr id="20484" name="Picture 3" descr="C:\Users\ajay pc\Desktop\90c995006f27e264970de942a4640184.jpg"/>
          <p:cNvPicPr>
            <a:picLocks noChangeAspect="1"/>
          </p:cNvPicPr>
          <p:nvPr/>
        </p:nvPicPr>
        <p:blipFill rotWithShape="1">
          <a:blip r:embed="rId3"/>
          <a:srcRect l="17633" t="7291" r="0" b="0"/>
          <a:stretch>
            <a:fillRect/>
          </a:stretch>
        </p:blipFill>
        <p:spPr>
          <a:xfrm>
            <a:off x="1993900" y="0"/>
            <a:ext cx="4003675" cy="6858000"/>
          </a:xfrm>
          <a:prstGeom prst="rect">
            <a:avLst/>
          </a:prstGeom>
          <a:noFill/>
          <a:ln>
            <a:noFill/>
          </a:ln>
        </p:spPr>
      </p:pic>
      <p:sp>
        <p:nvSpPr>
          <p:cNvPr id="5" name="Rectangle 4"/>
          <p:cNvSpPr/>
          <p:nvPr/>
        </p:nvSpPr>
        <p:spPr>
          <a:xfrm>
            <a:off x="0" y="2714625"/>
            <a:ext cx="2643188" cy="642938"/>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r>
              <a:rPr lang="en-IN" sz="2800">
                <a:solidFill>
                  <a:schemeClr val="bg1"/>
                </a:solidFill>
                <a:latin typeface="Arial"/>
                <a:cs typeface="Arial"/>
              </a:rPr>
              <a:t>Daopao</a:t>
            </a:r>
            <a:r>
              <a:rPr lang="en-IN" sz="2800">
                <a:solidFill>
                  <a:schemeClr val="bg1"/>
                </a:solidFill>
                <a:latin typeface="Arial"/>
                <a:cs typeface="Arial"/>
              </a:rPr>
              <a:t>/</a:t>
            </a:r>
            <a:r>
              <a:rPr lang="en-IN" sz="2800">
                <a:solidFill>
                  <a:schemeClr val="bg1"/>
                </a:solidFill>
                <a:latin typeface="Arial"/>
                <a:cs typeface="Arial"/>
              </a:rPr>
              <a:t>Fusha</a:t>
            </a:r>
            <a:r>
              <a:rPr lang="en-IN" sz="2800">
                <a:solidFill>
                  <a:schemeClr val="bg1"/>
                </a:solidFill>
                <a:latin typeface="Arial"/>
                <a:cs typeface="Arial"/>
              </a:rPr>
              <a:t> </a:t>
            </a:r>
            <a:endParaRPr lang="en-US" sz="2800">
              <a:solidFill>
                <a:schemeClr val="bg1"/>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rtlCol="0">
            <a:normAutofit/>
          </a:bodyPr>
          <a:lstStyle/>
          <a:p>
            <a:pPr eaLnBrk="1" hangingPunct="1" fontAlgn="auto">
              <a:spcAft>
                <a:spcPts val="0"/>
              </a:spcAft>
            </a:pPr>
            <a:endParaRPr lang="en-IN">
              <a:solidFill>
                <a:schemeClr val="accent6">
                  <a:tint val="1000"/>
                </a:schemeClr>
              </a:solidFill>
            </a:endParaRPr>
          </a:p>
        </p:txBody>
      </p:sp>
      <p:sp>
        <p:nvSpPr>
          <p:cNvPr id="21507" name="Content Placeholder 1"/>
          <p:cNvSpPr>
            <a:spLocks noGrp="1"/>
          </p:cNvSpPr>
          <p:nvPr>
            <p:ph idx="1"/>
          </p:nvPr>
        </p:nvSpPr>
        <p:spPr/>
        <p:txBody>
          <a:bodyPr/>
          <a:lstStyle/>
          <a:p>
            <a:pPr eaLnBrk="1" hangingPunct="1"/>
            <a:endParaRPr lang="en-IN"/>
          </a:p>
        </p:txBody>
      </p:sp>
      <p:pic>
        <p:nvPicPr>
          <p:cNvPr id="21508" name="Picture 2" descr="http://kittylvkitty.files.wordpress.com/2012/08/hanfu-kimono.jpeg"/>
          <p:cNvPicPr>
            <a:picLocks noChangeAspect="1"/>
          </p:cNvPicPr>
          <p:nvPr/>
        </p:nvPicPr>
        <p:blipFill rotWithShape="1">
          <a:blip r:embed="rId2"/>
          <a:srcRect l="50000" t="0" r="20702" b="0"/>
          <a:stretch>
            <a:fillRect/>
          </a:stretch>
        </p:blipFill>
        <p:spPr>
          <a:xfrm>
            <a:off x="354013" y="188913"/>
            <a:ext cx="2489200" cy="6480175"/>
          </a:xfrm>
          <a:prstGeom prst="rect">
            <a:avLst/>
          </a:prstGeom>
          <a:noFill/>
          <a:ln>
            <a:noFill/>
          </a:ln>
        </p:spPr>
      </p:pic>
      <p:pic>
        <p:nvPicPr>
          <p:cNvPr id="21509" name="Picture 4" descr="File:Huafu 01.png"/>
          <p:cNvPicPr>
            <a:picLocks noChangeAspect="1"/>
          </p:cNvPicPr>
          <p:nvPr/>
        </p:nvPicPr>
        <p:blipFill rotWithShape="1">
          <a:blip r:embed="rId3"/>
          <a:stretch>
            <a:fillRect/>
          </a:stretch>
        </p:blipFill>
        <p:spPr>
          <a:xfrm>
            <a:off x="2843213" y="188913"/>
            <a:ext cx="6062662" cy="64801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0" y="0"/>
            <a:ext cx="4929188" cy="6858000"/>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sp>
        <p:nvSpPr>
          <p:cNvPr id="22531" name="Title 2"/>
          <p:cNvSpPr>
            <a:spLocks noGrp="1"/>
          </p:cNvSpPr>
          <p:nvPr>
            <p:ph type="title"/>
          </p:nvPr>
        </p:nvSpPr>
        <p:spPr>
          <a:xfrm>
            <a:off x="5929313" y="1606550"/>
            <a:ext cx="2819400" cy="2179638"/>
          </a:xfrm>
          <a:prstGeom prst="rect">
            <a:avLst/>
          </a:prstGeom>
        </p:spPr>
        <p:txBody>
          <a:bodyPr/>
          <a:lstStyle/>
          <a:p>
            <a:pPr eaLnBrk="1" hangingPunct="1"/>
            <a:r>
              <a:rPr lang="en-IN">
                <a:solidFill>
                  <a:srgbClr val="FFC000"/>
                </a:solidFill>
                <a:latin typeface="Arial"/>
                <a:cs typeface="Arial"/>
              </a:rPr>
              <a:t>Semi-formal Styles</a:t>
            </a:r>
          </a:p>
        </p:txBody>
      </p:sp>
      <p:pic>
        <p:nvPicPr>
          <p:cNvPr id="22532" name="Picture 4" descr="C:\Users\ajay pc\Desktop\chinies\2ac79974e98f84e9a7ba94a47ce79b59.jpg"/>
          <p:cNvPicPr>
            <a:picLocks noChangeAspect="1"/>
          </p:cNvPicPr>
          <p:nvPr/>
        </p:nvPicPr>
        <p:blipFill rotWithShape="1">
          <a:blip r:embed="rId2"/>
          <a:srcRect l="7813" t="0" r="0" b="0"/>
          <a:stretch>
            <a:fillRect/>
          </a:stretch>
        </p:blipFill>
        <p:spPr>
          <a:xfrm>
            <a:off x="4929188" y="0"/>
            <a:ext cx="4214812" cy="6858000"/>
          </a:xfrm>
          <a:prstGeom prst="rect">
            <a:avLst/>
          </a:prstGeom>
          <a:noFill/>
          <a:ln>
            <a:noFill/>
          </a:ln>
        </p:spPr>
      </p:pic>
      <p:sp>
        <p:nvSpPr>
          <p:cNvPr id="2" name="Content Placeholder 1"/>
          <p:cNvSpPr>
            <a:spLocks noGrp="1"/>
          </p:cNvSpPr>
          <p:nvPr>
            <p:ph idx="1"/>
          </p:nvPr>
        </p:nvSpPr>
        <p:spPr>
          <a:xfrm>
            <a:off x="179388" y="188913"/>
            <a:ext cx="4606925" cy="6408737"/>
          </a:xfrm>
          <a:prstGeom prst="rect">
            <a:avLst/>
          </a:prstGeom>
        </p:spPr>
        <p:txBody>
          <a:bodyPr rtlCol="0">
            <a:noAutofit/>
          </a:bodyPr>
          <a:lstStyle/>
          <a:p>
            <a:pPr marL="0" indent="0" algn="ctr" eaLnBrk="1" hangingPunct="1" fontAlgn="auto">
              <a:spcAft>
                <a:spcPts val="0"/>
              </a:spcAft>
              <a:buClr>
                <a:schemeClr val="accent1">
                  <a:lumMod val="60000"/>
                  <a:lumOff val="40000"/>
                </a:schemeClr>
              </a:buClr>
              <a:buFont typeface="Arial"/>
              <a:buNone/>
            </a:pPr>
            <a:r>
              <a:rPr lang="en-IN" sz="1800">
                <a:latin typeface="Arial"/>
                <a:cs typeface="Arial"/>
              </a:rPr>
              <a:t>A piece of Hanfu can be "made semi-formal" by the addition of the following appropriate items:</a:t>
            </a:r>
          </a:p>
          <a:p>
            <a:pPr marL="274320" indent="-274320" eaLnBrk="1" hangingPunct="1" fontAlgn="auto">
              <a:spcAft>
                <a:spcPts val="0"/>
              </a:spcAft>
              <a:buClr>
                <a:schemeClr val="accent1">
                  <a:lumMod val="60000"/>
                  <a:lumOff val="40000"/>
                </a:schemeClr>
              </a:buClr>
            </a:pPr>
            <a:endParaRPr lang="en-IN" sz="1800">
              <a:latin typeface="Arial"/>
              <a:cs typeface="Arial"/>
            </a:endParaRPr>
          </a:p>
          <a:p>
            <a:pPr marL="274320" indent="-274320" eaLnBrk="1" hangingPunct="1" fontAlgn="auto">
              <a:spcAft>
                <a:spcPts val="0"/>
              </a:spcAft>
              <a:buClr>
                <a:schemeClr val="accent1">
                  <a:lumMod val="60000"/>
                  <a:lumOff val="40000"/>
                </a:schemeClr>
              </a:buClr>
            </a:pPr>
            <a:r>
              <a:rPr lang="en-IN" sz="1800">
                <a:solidFill>
                  <a:srgbClr val="FFC000"/>
                </a:solidFill>
                <a:latin typeface="Arial"/>
                <a:cs typeface="Arial"/>
              </a:rPr>
              <a:t>Chang</a:t>
            </a:r>
            <a:r>
              <a:rPr lang="en-IN" sz="1800">
                <a:latin typeface="Arial"/>
                <a:cs typeface="Arial"/>
              </a:rPr>
              <a:t> (裳): a pleated skirt</a:t>
            </a:r>
          </a:p>
          <a:p>
            <a:pPr marL="274320" indent="-274320" eaLnBrk="1" hangingPunct="1" fontAlgn="auto">
              <a:spcAft>
                <a:spcPts val="0"/>
              </a:spcAft>
              <a:buClr>
                <a:schemeClr val="accent1">
                  <a:lumMod val="60000"/>
                  <a:lumOff val="40000"/>
                </a:schemeClr>
              </a:buClr>
            </a:pPr>
            <a:r>
              <a:rPr lang="en-IN" sz="1800">
                <a:solidFill>
                  <a:srgbClr val="FFC000"/>
                </a:solidFill>
                <a:latin typeface="Arial"/>
                <a:cs typeface="Arial"/>
              </a:rPr>
              <a:t>Bixi</a:t>
            </a:r>
            <a:r>
              <a:rPr lang="en-IN" sz="1800">
                <a:latin typeface="Arial"/>
                <a:cs typeface="Arial"/>
              </a:rPr>
              <a:t> (</a:t>
            </a:r>
            <a:r>
              <a:rPr lang="en-IN" sz="1800">
                <a:latin typeface="Arial"/>
                <a:cs typeface="Arial"/>
              </a:rPr>
              <a:t>蔽膝</a:t>
            </a:r>
            <a:r>
              <a:rPr lang="en-IN" sz="1800">
                <a:latin typeface="Arial"/>
                <a:cs typeface="Arial"/>
              </a:rPr>
              <a:t>): long front cloth panel attached </a:t>
            </a:r>
          </a:p>
          <a:p>
            <a:pPr marL="274320" indent="-274320" eaLnBrk="1" hangingPunct="1" fontAlgn="auto">
              <a:spcAft>
                <a:spcPts val="0"/>
              </a:spcAft>
              <a:buClr>
                <a:schemeClr val="accent1">
                  <a:lumMod val="60000"/>
                  <a:lumOff val="40000"/>
                </a:schemeClr>
              </a:buClr>
            </a:pPr>
            <a:r>
              <a:rPr lang="en-IN" sz="1800">
                <a:latin typeface="Arial"/>
                <a:cs typeface="Arial"/>
              </a:rPr>
              <a:t>                   from the waist belt</a:t>
            </a:r>
          </a:p>
          <a:p>
            <a:pPr marL="274320" indent="-274320" eaLnBrk="1" hangingPunct="1" fontAlgn="auto">
              <a:spcAft>
                <a:spcPts val="0"/>
              </a:spcAft>
              <a:buClr>
                <a:schemeClr val="accent1">
                  <a:lumMod val="60000"/>
                  <a:lumOff val="40000"/>
                </a:schemeClr>
              </a:buClr>
            </a:pPr>
            <a:r>
              <a:rPr lang="en-IN" sz="1800">
                <a:solidFill>
                  <a:srgbClr val="FFC000"/>
                </a:solidFill>
                <a:latin typeface="Arial"/>
                <a:cs typeface="Arial"/>
              </a:rPr>
              <a:t>Zhaoshan </a:t>
            </a:r>
            <a:r>
              <a:rPr lang="en-IN" sz="1800">
                <a:latin typeface="Arial"/>
                <a:cs typeface="Arial"/>
              </a:rPr>
              <a:t>(</a:t>
            </a:r>
            <a:r>
              <a:rPr lang="en-IN" sz="1800">
                <a:latin typeface="Arial"/>
                <a:cs typeface="Arial"/>
              </a:rPr>
              <a:t>罩衫</a:t>
            </a:r>
            <a:r>
              <a:rPr lang="en-IN" sz="1800">
                <a:latin typeface="Arial"/>
                <a:cs typeface="Arial"/>
              </a:rPr>
              <a:t>): long open fronted coat</a:t>
            </a:r>
          </a:p>
          <a:p>
            <a:pPr marL="274320" indent="-274320" eaLnBrk="1" hangingPunct="1" fontAlgn="auto">
              <a:spcAft>
                <a:spcPts val="0"/>
              </a:spcAft>
              <a:buClr>
                <a:schemeClr val="accent1">
                  <a:lumMod val="60000"/>
                  <a:lumOff val="40000"/>
                </a:schemeClr>
              </a:buClr>
            </a:pPr>
            <a:r>
              <a:rPr lang="en-IN" sz="1800">
                <a:latin typeface="Arial"/>
                <a:cs typeface="Arial"/>
              </a:rPr>
              <a:t>Guan (冠) or any formal hats</a:t>
            </a:r>
          </a:p>
          <a:p>
            <a:pPr marL="0" indent="0" eaLnBrk="1" hangingPunct="1" fontAlgn="auto">
              <a:spcAft>
                <a:spcPts val="0"/>
              </a:spcAft>
              <a:buClr>
                <a:schemeClr val="accent1">
                  <a:lumMod val="60000"/>
                  <a:lumOff val="40000"/>
                </a:schemeClr>
              </a:buClr>
              <a:buFont typeface="Arial"/>
              <a:buNone/>
            </a:pPr>
            <a:endParaRPr lang="en-IN" sz="1800">
              <a:latin typeface="Arial"/>
              <a:cs typeface="Arial"/>
            </a:endParaRPr>
          </a:p>
          <a:p>
            <a:pPr marL="0" indent="0" eaLnBrk="1" hangingPunct="1" fontAlgn="auto">
              <a:spcAft>
                <a:spcPts val="0"/>
              </a:spcAft>
              <a:buClr>
                <a:schemeClr val="accent1">
                  <a:lumMod val="60000"/>
                  <a:lumOff val="40000"/>
                </a:schemeClr>
              </a:buClr>
              <a:buFont typeface="Arial"/>
              <a:buNone/>
            </a:pPr>
            <a:endParaRPr lang="en-IN" sz="1800">
              <a:latin typeface="Arial"/>
              <a:cs typeface="Arial"/>
            </a:endParaRPr>
          </a:p>
          <a:p>
            <a:pPr marL="0" indent="0" eaLnBrk="1" hangingPunct="1" fontAlgn="auto">
              <a:spcAft>
                <a:spcPts val="0"/>
              </a:spcAft>
              <a:buClr>
                <a:schemeClr val="accent1">
                  <a:lumMod val="60000"/>
                  <a:lumOff val="40000"/>
                </a:schemeClr>
              </a:buClr>
              <a:buFont typeface="Arial"/>
              <a:buNone/>
            </a:pPr>
            <a:r>
              <a:rPr lang="en-IN" sz="1800">
                <a:latin typeface="Arial"/>
                <a:cs typeface="Arial"/>
              </a:rPr>
              <a:t>Generally, this form of wear is suitable for meeting guests or going to meetings and other special cultural days. This form of dress is often worn by the nobility or the upper-class as they are often expensive pieces of clothing, usually made of silks and damasks. The coat sleeves are often deeper than the shenyi to create a more voluminous appearance.</a:t>
            </a:r>
          </a:p>
          <a:p>
            <a:pPr marL="274320" indent="-274320" eaLnBrk="1" hangingPunct="1" fontAlgn="auto">
              <a:spcAft>
                <a:spcPts val="0"/>
              </a:spcAft>
              <a:buClr>
                <a:schemeClr val="accent1">
                  <a:lumMod val="60000"/>
                  <a:lumOff val="40000"/>
                </a:schemeClr>
              </a:buClr>
            </a:pPr>
            <a:endParaRPr lang="en-IN" sz="18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2214563" cy="6858000"/>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pic>
        <p:nvPicPr>
          <p:cNvPr id="23555" name="Picture 2" descr="C:\Users\ajay pc\Desktop\chinies\25ba1bc4d9684befb8f30f085edc923e.jpg"/>
          <p:cNvPicPr>
            <a:picLocks noChangeAspect="1"/>
          </p:cNvPicPr>
          <p:nvPr/>
        </p:nvPicPr>
        <p:blipFill rotWithShape="1">
          <a:blip r:embed="rId2"/>
          <a:srcRect l="0" t="0" r="45833" b="0"/>
          <a:stretch>
            <a:fillRect/>
          </a:stretch>
        </p:blipFill>
        <p:spPr>
          <a:xfrm>
            <a:off x="5429250" y="0"/>
            <a:ext cx="3714750" cy="6858000"/>
          </a:xfrm>
          <a:prstGeom prst="rect">
            <a:avLst/>
          </a:prstGeom>
          <a:noFill/>
          <a:ln>
            <a:noFill/>
          </a:ln>
        </p:spPr>
      </p:pic>
      <p:pic>
        <p:nvPicPr>
          <p:cNvPr id="23556" name="Picture 3" descr="C:\Users\ajay pc\Desktop\chinies\770af01af6b6612e52a59441a8f72eba.jpg"/>
          <p:cNvPicPr>
            <a:picLocks noChangeAspect="1"/>
          </p:cNvPicPr>
          <p:nvPr/>
        </p:nvPicPr>
        <p:blipFill rotWithShape="1">
          <a:blip r:embed="rId3"/>
          <a:srcRect l="11967" t="0" r="9573" b="0"/>
          <a:stretch>
            <a:fillRect/>
          </a:stretch>
        </p:blipFill>
        <p:spPr>
          <a:xfrm>
            <a:off x="1608138" y="0"/>
            <a:ext cx="4035425" cy="6858000"/>
          </a:xfrm>
          <a:prstGeom prst="rect">
            <a:avLst/>
          </a:prstGeom>
          <a:noFill/>
          <a:ln>
            <a:noFill/>
          </a:ln>
        </p:spPr>
      </p:pic>
      <p:sp>
        <p:nvSpPr>
          <p:cNvPr id="7" name="Rectangle 6"/>
          <p:cNvSpPr/>
          <p:nvPr/>
        </p:nvSpPr>
        <p:spPr>
          <a:xfrm>
            <a:off x="0" y="2714625"/>
            <a:ext cx="2643188" cy="642938"/>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r>
              <a:rPr lang="en-IN" sz="2800">
                <a:solidFill>
                  <a:schemeClr val="bg1"/>
                </a:solidFill>
                <a:latin typeface="Arial"/>
                <a:cs typeface="Arial"/>
              </a:rPr>
              <a:t>Chang </a:t>
            </a:r>
            <a:endParaRPr lang="en-US" sz="2800">
              <a:solidFill>
                <a:schemeClr val="bg1"/>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0" y="0"/>
            <a:ext cx="5500688" cy="6858000"/>
          </a:xfrm>
          <a:prstGeom prst="rect">
            <a:avLst/>
          </a:prstGeom>
          <a:solidFill>
            <a:schemeClr val="tx1">
              <a:lumMod val="75000"/>
              <a:lumOff val="2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pic>
        <p:nvPicPr>
          <p:cNvPr id="24579" name="Picture 5" descr="C:\Users\ajay pc\Desktop\chinies\3b03d3ec09c01b6781f45496616745ef.jpg"/>
          <p:cNvPicPr>
            <a:picLocks noChangeAspect="1"/>
          </p:cNvPicPr>
          <p:nvPr/>
        </p:nvPicPr>
        <p:blipFill rotWithShape="1">
          <a:blip r:embed="rId2"/>
          <a:srcRect l="0" t="0" r="14117" b="0"/>
          <a:stretch>
            <a:fillRect/>
          </a:stretch>
        </p:blipFill>
        <p:spPr>
          <a:xfrm>
            <a:off x="5232400" y="0"/>
            <a:ext cx="3911600" cy="6858000"/>
          </a:xfrm>
          <a:prstGeom prst="rect">
            <a:avLst/>
          </a:prstGeom>
          <a:noFill/>
          <a:ln>
            <a:noFill/>
          </a:ln>
        </p:spPr>
      </p:pic>
      <p:pic>
        <p:nvPicPr>
          <p:cNvPr id="24580" name="Picture 2" descr="http://www.finechineseclothing.com/BACKEND/Resource/ProductPic/280_453/1050A.jpg"/>
          <p:cNvPicPr>
            <a:picLocks noChangeAspect="1"/>
          </p:cNvPicPr>
          <p:nvPr/>
        </p:nvPicPr>
        <p:blipFill rotWithShape="1">
          <a:blip r:embed="rId3"/>
          <a:stretch>
            <a:fillRect/>
          </a:stretch>
        </p:blipFill>
        <p:spPr>
          <a:xfrm>
            <a:off x="2071688" y="3175"/>
            <a:ext cx="4000500" cy="6854825"/>
          </a:xfrm>
          <a:prstGeom prst="rect">
            <a:avLst/>
          </a:prstGeom>
          <a:noFill/>
          <a:ln>
            <a:noFill/>
          </a:ln>
        </p:spPr>
      </p:pic>
      <p:sp>
        <p:nvSpPr>
          <p:cNvPr id="20482" name="Content Placeholder 1"/>
          <p:cNvSpPr>
            <a:spLocks noGrp="1"/>
          </p:cNvSpPr>
          <p:nvPr>
            <p:ph idx="1"/>
          </p:nvPr>
        </p:nvSpPr>
        <p:spPr>
          <a:xfrm>
            <a:off x="142875" y="428625"/>
            <a:ext cx="2071688" cy="4525963"/>
          </a:xfrm>
          <a:prstGeom prst="rect">
            <a:avLst/>
          </a:prstGeom>
        </p:spPr>
        <p:txBody>
          <a:bodyPr/>
          <a:lstStyle/>
          <a:p>
            <a:pPr marL="0" indent="0" eaLnBrk="1" hangingPunct="1">
              <a:buFont typeface="Arial"/>
              <a:buNone/>
            </a:pPr>
            <a:endParaRPr lang="en-IN" sz="2000">
              <a:solidFill>
                <a:srgbClr val="FFC000"/>
              </a:solidFill>
            </a:endParaRPr>
          </a:p>
          <a:p>
            <a:pPr marL="0" indent="0" eaLnBrk="1" hangingPunct="1">
              <a:buFont typeface="Arial"/>
              <a:buNone/>
            </a:pPr>
            <a:endParaRPr lang="en-IN" sz="2000">
              <a:solidFill>
                <a:srgbClr val="FFC000"/>
              </a:solidFill>
            </a:endParaRPr>
          </a:p>
          <a:p>
            <a:pPr marL="0" indent="0" eaLnBrk="1" hangingPunct="1">
              <a:buFont typeface="Arial"/>
              <a:buNone/>
            </a:pPr>
            <a:endParaRPr lang="en-IN" sz="2000">
              <a:solidFill>
                <a:srgbClr val="FFC000"/>
              </a:solidFill>
            </a:endParaRPr>
          </a:p>
          <a:p>
            <a:pPr marL="0" indent="0" eaLnBrk="1" hangingPunct="1">
              <a:buFont typeface="Arial"/>
              <a:buNone/>
            </a:pPr>
            <a:r>
              <a:rPr lang="en-IN" sz="2000">
                <a:solidFill>
                  <a:srgbClr val="FFC000"/>
                </a:solidFill>
              </a:rPr>
              <a:t>Bixi</a:t>
            </a:r>
            <a:r>
              <a:rPr lang="en-IN" sz="2000">
                <a:solidFill>
                  <a:schemeClr val="bg1">
                    <a:lumMod val="85000"/>
                  </a:schemeClr>
                </a:solidFill>
              </a:rPr>
              <a:t>: A long sash-like fabric </a:t>
            </a:r>
          </a:p>
          <a:p>
            <a:pPr marL="0" indent="0" eaLnBrk="1" hangingPunct="1">
              <a:buFont typeface="Arial"/>
              <a:buNone/>
            </a:pPr>
            <a:r>
              <a:rPr lang="en-IN" sz="2000">
                <a:solidFill>
                  <a:schemeClr val="bg1">
                    <a:lumMod val="85000"/>
                  </a:schemeClr>
                </a:solidFill>
              </a:rPr>
              <a:t>attached to the waistband. </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0" y="0"/>
            <a:ext cx="3714750" cy="6858000"/>
          </a:xfrm>
          <a:prstGeom prst="rect">
            <a:avLst/>
          </a:prstGeom>
          <a:solidFill>
            <a:schemeClr val="tx1">
              <a:lumMod val="50000"/>
              <a:lumOff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sp>
        <p:nvSpPr>
          <p:cNvPr id="25603" name="Content Placeholder 1"/>
          <p:cNvSpPr>
            <a:spLocks noGrp="1"/>
          </p:cNvSpPr>
          <p:nvPr>
            <p:ph idx="1"/>
          </p:nvPr>
        </p:nvSpPr>
        <p:spPr>
          <a:xfrm>
            <a:off x="0" y="1714500"/>
            <a:ext cx="3538538" cy="2471738"/>
          </a:xfrm>
          <a:prstGeom prst="rect">
            <a:avLst/>
          </a:prstGeom>
        </p:spPr>
        <p:txBody>
          <a:bodyPr/>
          <a:lstStyle/>
          <a:p>
            <a:pPr marL="0" indent="0" eaLnBrk="1" hangingPunct="1">
              <a:buFont typeface="Arial"/>
              <a:buNone/>
            </a:pPr>
            <a:r>
              <a:rPr lang="en-IN" sz="2400">
                <a:solidFill>
                  <a:srgbClr val="FFC000"/>
                </a:solidFill>
              </a:rPr>
              <a:t>Zhaoshan</a:t>
            </a:r>
            <a:r>
              <a:rPr lang="en-IN" sz="2400">
                <a:solidFill>
                  <a:schemeClr val="bg1"/>
                </a:solidFill>
              </a:rPr>
              <a:t>: An open coat over any informal or Semi formal Hanfu attire. The coat can be worn by both the genders. </a:t>
            </a:r>
          </a:p>
        </p:txBody>
      </p:sp>
      <p:pic>
        <p:nvPicPr>
          <p:cNvPr id="25604" name="Picture 2" descr="http://i191.photobucket.com/albums/z287/wanderingapricot/Scifi/hanfu.jpg"/>
          <p:cNvPicPr>
            <a:picLocks noChangeAspect="1"/>
          </p:cNvPicPr>
          <p:nvPr/>
        </p:nvPicPr>
        <p:blipFill rotWithShape="1">
          <a:blip r:embed="rId2"/>
          <a:srcRect l="12312" t="0" r="23575" b="0"/>
          <a:stretch>
            <a:fillRect/>
          </a:stretch>
        </p:blipFill>
        <p:spPr>
          <a:xfrm>
            <a:off x="5929313" y="0"/>
            <a:ext cx="3214687" cy="6804025"/>
          </a:xfrm>
          <a:prstGeom prst="rect">
            <a:avLst/>
          </a:prstGeom>
          <a:noFill/>
          <a:ln>
            <a:noFill/>
          </a:ln>
        </p:spPr>
      </p:pic>
      <p:pic>
        <p:nvPicPr>
          <p:cNvPr id="25605" name="Picture 4" descr="C:\Users\ajay pc\Desktop\4bbacfd6cbb216bd2f1fe9cc7e4d4cc9.jpg"/>
          <p:cNvPicPr>
            <a:picLocks noChangeAspect="1"/>
          </p:cNvPicPr>
          <p:nvPr/>
        </p:nvPicPr>
        <p:blipFill rotWithShape="1">
          <a:blip r:embed="rId3"/>
          <a:srcRect l="20000" t="0" r="21666" b="0"/>
          <a:stretch>
            <a:fillRect/>
          </a:stretch>
        </p:blipFill>
        <p:spPr>
          <a:xfrm>
            <a:off x="3500438" y="0"/>
            <a:ext cx="2643187" cy="681672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5500688" cy="6858000"/>
          </a:xfrm>
          <a:prstGeom prst="rect">
            <a:avLst/>
          </a:prstGeom>
          <a:solidFill>
            <a:schemeClr val="tx1">
              <a:lumMod val="75000"/>
              <a:lumOff val="2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sp>
        <p:nvSpPr>
          <p:cNvPr id="3" name="Title 2"/>
          <p:cNvSpPr>
            <a:spLocks noGrp="1"/>
          </p:cNvSpPr>
          <p:nvPr>
            <p:ph type="title"/>
          </p:nvPr>
        </p:nvSpPr>
        <p:spPr>
          <a:xfrm>
            <a:off x="1000125" y="1143000"/>
            <a:ext cx="3929063" cy="1204913"/>
          </a:xfrm>
          <a:prstGeom prst="rect">
            <a:avLst/>
          </a:prstGeom>
        </p:spPr>
        <p:txBody>
          <a:bodyPr rtlCol="0">
            <a:normAutofit/>
          </a:bodyPr>
          <a:lstStyle/>
          <a:p>
            <a:pPr eaLnBrk="1" hangingPunct="1" fontAlgn="auto">
              <a:spcAft>
                <a:spcPts val="0"/>
              </a:spcAft>
            </a:pPr>
            <a:r>
              <a:rPr lang="en-IN">
                <a:solidFill>
                  <a:schemeClr val="bg2">
                    <a:lumMod val="90000"/>
                  </a:schemeClr>
                </a:solidFill>
                <a:latin typeface="Arial"/>
                <a:cs typeface="Arial"/>
              </a:rPr>
              <a:t>Formal Styles</a:t>
            </a:r>
          </a:p>
        </p:txBody>
      </p:sp>
      <p:sp>
        <p:nvSpPr>
          <p:cNvPr id="2" name="Content Placeholder 1"/>
          <p:cNvSpPr>
            <a:spLocks noGrp="1"/>
          </p:cNvSpPr>
          <p:nvPr>
            <p:ph idx="1"/>
          </p:nvPr>
        </p:nvSpPr>
        <p:spPr>
          <a:xfrm>
            <a:off x="357188" y="2786063"/>
            <a:ext cx="4786312" cy="1739900"/>
          </a:xfrm>
          <a:prstGeom prst="rect">
            <a:avLst/>
          </a:prstGeom>
        </p:spPr>
        <p:txBody>
          <a:bodyPr rtlCol="0">
            <a:normAutofit lnSpcReduction="10000"/>
          </a:bodyPr>
          <a:lstStyle/>
          <a:p>
            <a:pPr marL="274320" indent="-274320" algn="ctr" eaLnBrk="1" hangingPunct="1" fontAlgn="auto">
              <a:spcAft>
                <a:spcPts val="0"/>
              </a:spcAft>
              <a:buClr>
                <a:schemeClr val="accent1">
                  <a:lumMod val="60000"/>
                  <a:lumOff val="40000"/>
                </a:schemeClr>
              </a:buClr>
            </a:pPr>
            <a:r>
              <a:rPr lang="en-IN" sz="1600">
                <a:solidFill>
                  <a:schemeClr val="bg1">
                    <a:lumMod val="75000"/>
                  </a:schemeClr>
                </a:solidFill>
                <a:latin typeface="Arial"/>
                <a:cs typeface="Arial"/>
              </a:rPr>
              <a:t>In addition to informal and semi-formal wear, there is a form of dress that is worn only at </a:t>
            </a:r>
            <a:r>
              <a:rPr lang="en-IN" sz="1600">
                <a:solidFill>
                  <a:schemeClr val="bg1">
                    <a:lumMod val="75000"/>
                  </a:schemeClr>
                </a:solidFill>
                <a:latin typeface="Arial"/>
                <a:cs typeface="Arial"/>
              </a:rPr>
              <a:t>confucian</a:t>
            </a:r>
            <a:r>
              <a:rPr lang="en-IN" sz="1600">
                <a:solidFill>
                  <a:schemeClr val="bg1">
                    <a:lumMod val="75000"/>
                  </a:schemeClr>
                </a:solidFill>
                <a:latin typeface="Arial"/>
                <a:cs typeface="Arial"/>
              </a:rPr>
              <a:t> rituals (like important sacrifices or religious activities) or by special people who are entitled to wear them (such as officials and emperors). Formal wear are usually long wear with long sleeves except </a:t>
            </a:r>
            <a:r>
              <a:rPr lang="en-IN" sz="1600">
                <a:solidFill>
                  <a:schemeClr val="bg1">
                    <a:lumMod val="75000"/>
                  </a:schemeClr>
                </a:solidFill>
                <a:latin typeface="Arial"/>
                <a:cs typeface="Arial"/>
              </a:rPr>
              <a:t>Xuanduan</a:t>
            </a:r>
            <a:r>
              <a:rPr lang="en-IN" sz="1600">
                <a:solidFill>
                  <a:schemeClr val="bg1">
                    <a:lumMod val="75000"/>
                  </a:schemeClr>
                </a:solidFill>
                <a:latin typeface="Arial"/>
                <a:cs typeface="Arial"/>
              </a:rPr>
              <a:t>.</a:t>
            </a:r>
          </a:p>
          <a:p>
            <a:pPr marL="0" indent="0" eaLnBrk="1" hangingPunct="1" fontAlgn="auto">
              <a:spcAft>
                <a:spcPts val="0"/>
              </a:spcAft>
              <a:buClr>
                <a:schemeClr val="accent1">
                  <a:lumMod val="60000"/>
                  <a:lumOff val="40000"/>
                </a:schemeClr>
              </a:buClr>
              <a:buFont typeface="Arial"/>
              <a:buNone/>
            </a:pPr>
            <a:endParaRPr lang="en-IN">
              <a:solidFill>
                <a:schemeClr val="bg1">
                  <a:lumMod val="75000"/>
                </a:schemeClr>
              </a:solidFill>
              <a:latin typeface="Arial"/>
              <a:cs typeface="Arial"/>
            </a:endParaRPr>
          </a:p>
        </p:txBody>
      </p:sp>
      <p:pic>
        <p:nvPicPr>
          <p:cNvPr id="26629" name="Picture 5" descr="C:\Users\ajay pc\Desktop\ab97ea141b01872a67aca5a65c52be0a.jpg"/>
          <p:cNvPicPr>
            <a:picLocks noChangeAspect="1"/>
          </p:cNvPicPr>
          <p:nvPr/>
        </p:nvPicPr>
        <p:blipFill rotWithShape="1">
          <a:blip r:embed="rId2"/>
          <a:stretch>
            <a:fillRect/>
          </a:stretch>
        </p:blipFill>
        <p:spPr>
          <a:xfrm>
            <a:off x="5280025" y="0"/>
            <a:ext cx="3863975" cy="685800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0" y="0"/>
            <a:ext cx="5500688" cy="6858000"/>
          </a:xfrm>
          <a:prstGeom prst="rect">
            <a:avLst/>
          </a:prstGeom>
          <a:solidFill>
            <a:schemeClr val="tx1">
              <a:lumMod val="75000"/>
              <a:lumOff val="25000"/>
            </a:schemeClr>
          </a:solidFill>
          <a:ln>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sp>
        <p:nvSpPr>
          <p:cNvPr id="2" name="Title 1"/>
          <p:cNvSpPr>
            <a:spLocks noGrp="1"/>
          </p:cNvSpPr>
          <p:nvPr>
            <p:ph type="title"/>
          </p:nvPr>
        </p:nvSpPr>
        <p:spPr>
          <a:xfrm>
            <a:off x="357188" y="1346200"/>
            <a:ext cx="4400550" cy="725488"/>
          </a:xfrm>
          <a:prstGeom prst="rect">
            <a:avLst/>
          </a:prstGeom>
        </p:spPr>
        <p:txBody>
          <a:bodyPr/>
          <a:lstStyle/>
          <a:p>
            <a:r>
              <a:rPr lang="en-IN" sz="2800">
                <a:solidFill>
                  <a:schemeClr val="bg1">
                    <a:lumMod val="85000"/>
                  </a:schemeClr>
                </a:solidFill>
                <a:latin typeface="Arial"/>
                <a:cs typeface="Arial"/>
              </a:rPr>
              <a:t>Formal garments may include</a:t>
            </a:r>
            <a:r>
              <a:rPr lang="en-IN" sz="2800">
                <a:solidFill>
                  <a:schemeClr val="tx1">
                    <a:lumMod val="95000"/>
                  </a:schemeClr>
                </a:solidFill>
                <a:latin typeface="Arial"/>
                <a:cs typeface="Arial"/>
              </a:rPr>
              <a:t>:</a:t>
            </a:r>
            <a:br>
              <a:rPr lang="en-IN" sz="2800">
                <a:solidFill>
                  <a:schemeClr val="tx1">
                    <a:lumMod val="95000"/>
                  </a:schemeClr>
                </a:solidFill>
                <a:latin typeface="Arial"/>
                <a:cs typeface="Arial"/>
              </a:rPr>
            </a:br>
            <a:endParaRPr lang="en-US" sz="2800"/>
          </a:p>
        </p:txBody>
      </p:sp>
      <p:pic>
        <p:nvPicPr>
          <p:cNvPr id="27652" name="Picture 2" descr="C:\Users\ajay pc\Desktop\b4a7933411fcc100a259a97bcc06b247.jpg"/>
          <p:cNvPicPr>
            <a:picLocks noChangeAspect="1"/>
          </p:cNvPicPr>
          <p:nvPr/>
        </p:nvPicPr>
        <p:blipFill rotWithShape="1">
          <a:blip r:embed="rId2"/>
          <a:stretch>
            <a:fillRect/>
          </a:stretch>
        </p:blipFill>
        <p:spPr>
          <a:xfrm>
            <a:off x="5286375" y="0"/>
            <a:ext cx="3857625" cy="6853238"/>
          </a:xfrm>
          <a:prstGeom prst="rect">
            <a:avLst/>
          </a:prstGeom>
          <a:noFill/>
          <a:ln>
            <a:noFill/>
          </a:ln>
        </p:spPr>
      </p:pic>
      <p:sp>
        <p:nvSpPr>
          <p:cNvPr id="3" name="Content Placeholder 2"/>
          <p:cNvSpPr>
            <a:spLocks noGrp="1"/>
          </p:cNvSpPr>
          <p:nvPr>
            <p:ph idx="1"/>
          </p:nvPr>
        </p:nvSpPr>
        <p:spPr>
          <a:xfrm>
            <a:off x="0" y="2214563"/>
            <a:ext cx="4972050" cy="1428750"/>
          </a:xfrm>
          <a:prstGeom prst="rect">
            <a:avLst/>
          </a:prstGeom>
        </p:spPr>
        <p:txBody>
          <a:bodyPr/>
          <a:lstStyle/>
          <a:p>
            <a:pPr marL="274320" indent="-274320" eaLnBrk="1" hangingPunct="1" fontAlgn="auto">
              <a:spcAft>
                <a:spcPts val="0"/>
              </a:spcAft>
              <a:buClr>
                <a:schemeClr val="accent1">
                  <a:lumMod val="60000"/>
                  <a:lumOff val="40000"/>
                </a:schemeClr>
              </a:buClr>
            </a:pPr>
            <a:endParaRPr lang="en-IN" sz="2000">
              <a:solidFill>
                <a:srgbClr val="FFC000"/>
              </a:solidFill>
              <a:latin typeface="Arial"/>
              <a:cs typeface="Arial"/>
            </a:endParaRPr>
          </a:p>
          <a:p>
            <a:pPr marL="274320" indent="-274320" eaLnBrk="1" hangingPunct="1" fontAlgn="auto">
              <a:spcAft>
                <a:spcPts val="0"/>
              </a:spcAft>
              <a:buClr>
                <a:schemeClr val="accent1">
                  <a:lumMod val="60000"/>
                  <a:lumOff val="40000"/>
                </a:schemeClr>
              </a:buClr>
            </a:pPr>
            <a:r>
              <a:rPr lang="en-IN" sz="2000">
                <a:solidFill>
                  <a:srgbClr val="FFC000"/>
                </a:solidFill>
                <a:latin typeface="Arial"/>
                <a:cs typeface="Arial"/>
              </a:rPr>
              <a:t>Xuanduan</a:t>
            </a:r>
            <a:r>
              <a:rPr lang="en-IN" sz="2000">
                <a:latin typeface="Arial"/>
                <a:cs typeface="Arial"/>
              </a:rPr>
              <a:t> </a:t>
            </a:r>
            <a:r>
              <a:rPr lang="en-IN" sz="2000">
                <a:solidFill>
                  <a:schemeClr val="bg1">
                    <a:lumMod val="75000"/>
                  </a:schemeClr>
                </a:solidFill>
                <a:latin typeface="Arial"/>
                <a:cs typeface="Arial"/>
              </a:rPr>
              <a:t>(</a:t>
            </a:r>
            <a:r>
              <a:rPr lang="ja-JP" sz="2000">
                <a:solidFill>
                  <a:schemeClr val="bg1">
                    <a:lumMod val="75000"/>
                  </a:schemeClr>
                </a:solidFill>
                <a:latin typeface="Arial"/>
                <a:cs typeface="Arial"/>
              </a:rPr>
              <a:t>玄端</a:t>
            </a:r>
            <a:r>
              <a:rPr lang="en-US" sz="2000">
                <a:solidFill>
                  <a:schemeClr val="bg1">
                    <a:lumMod val="75000"/>
                  </a:schemeClr>
                </a:solidFill>
                <a:latin typeface="Arial"/>
                <a:cs typeface="Arial"/>
              </a:rPr>
              <a:t>): </a:t>
            </a:r>
            <a:r>
              <a:rPr lang="en-IN" sz="2000">
                <a:solidFill>
                  <a:schemeClr val="bg1">
                    <a:lumMod val="75000"/>
                  </a:schemeClr>
                </a:solidFill>
                <a:latin typeface="Arial"/>
                <a:cs typeface="Arial"/>
              </a:rPr>
              <a:t>a very formal dark robe; equivalent to the Western “</a:t>
            </a:r>
            <a:r>
              <a:rPr lang="en-IN" sz="2000" i="1">
                <a:solidFill>
                  <a:schemeClr val="bg1">
                    <a:lumMod val="75000"/>
                  </a:schemeClr>
                </a:solidFill>
                <a:latin typeface="Arial"/>
                <a:cs typeface="Arial"/>
              </a:rPr>
              <a:t>white tie”</a:t>
            </a:r>
            <a:endParaRPr lang="en-IN" sz="2000">
              <a:solidFill>
                <a:schemeClr val="bg1">
                  <a:lumMod val="75000"/>
                </a:schemeClr>
              </a:solidFill>
              <a:latin typeface="Arial"/>
              <a:cs typeface="Arial"/>
            </a:endParaRPr>
          </a:p>
          <a:p>
            <a:endParaRPr lang="en-US" sz="2000"/>
          </a:p>
        </p:txBody>
      </p:sp>
      <p:sp>
        <p:nvSpPr>
          <p:cNvPr id="6" name="Rectangle 5"/>
          <p:cNvSpPr/>
          <p:nvPr/>
        </p:nvSpPr>
        <p:spPr>
          <a:xfrm>
            <a:off x="214313" y="3576638"/>
            <a:ext cx="4572000" cy="923925"/>
          </a:xfrm>
          <a:prstGeom prst="rect">
            <a:avLst/>
          </a:prstGeom>
        </p:spPr>
        <p:txBody>
          <a:bodyPr>
            <a:spAutoFit/>
          </a:bodyPr>
          <a:lstStyle/>
          <a:p>
            <a:pPr marL="274320" indent="-274320" eaLnBrk="1" hangingPunct="1" fontAlgn="auto">
              <a:spcAft>
                <a:spcPts val="0"/>
              </a:spcAft>
              <a:buClr>
                <a:schemeClr val="accent1">
                  <a:lumMod val="60000"/>
                  <a:lumOff val="40000"/>
                </a:schemeClr>
              </a:buClr>
            </a:pPr>
            <a:r>
              <a:rPr lang="en-IN">
                <a:solidFill>
                  <a:srgbClr val="FFC000"/>
                </a:solidFill>
                <a:latin typeface="Arial"/>
              </a:rPr>
              <a:t>Shenyi</a:t>
            </a:r>
            <a:r>
              <a:rPr lang="en-IN">
                <a:latin typeface="Arial"/>
              </a:rPr>
              <a:t> </a:t>
            </a:r>
            <a:r>
              <a:rPr lang="en-IN">
                <a:solidFill>
                  <a:schemeClr val="bg1">
                    <a:lumMod val="75000"/>
                  </a:schemeClr>
                </a:solidFill>
                <a:latin typeface="Arial"/>
              </a:rPr>
              <a:t>(</a:t>
            </a:r>
            <a:r>
              <a:rPr lang="ja-JP">
                <a:solidFill>
                  <a:schemeClr val="bg1">
                    <a:lumMod val="75000"/>
                  </a:schemeClr>
                </a:solidFill>
                <a:latin typeface="Arial"/>
              </a:rPr>
              <a:t>深衣</a:t>
            </a:r>
            <a:r>
              <a:rPr lang="en-US">
                <a:solidFill>
                  <a:schemeClr val="bg1">
                    <a:lumMod val="75000"/>
                  </a:schemeClr>
                </a:solidFill>
                <a:latin typeface="Arial"/>
              </a:rPr>
              <a:t>): </a:t>
            </a:r>
            <a:r>
              <a:rPr lang="en-IN">
                <a:solidFill>
                  <a:schemeClr val="bg1">
                    <a:lumMod val="75000"/>
                  </a:schemeClr>
                </a:solidFill>
                <a:latin typeface="Arial"/>
              </a:rPr>
              <a:t>a long full    body garment</a:t>
            </a:r>
          </a:p>
          <a:p>
            <a:pPr eaLnBrk="1" hangingPunct="1" fontAlgn="auto">
              <a:spcAft>
                <a:spcPts val="0"/>
              </a:spcAft>
              <a:buClr>
                <a:schemeClr val="accent1">
                  <a:lumMod val="60000"/>
                  <a:lumOff val="40000"/>
                </a:schemeClr>
              </a:buClr>
            </a:pPr>
            <a:r>
              <a:rPr lang="en-IN">
                <a:latin typeface="Arial"/>
              </a:rPr>
              <a:t>   </a:t>
            </a:r>
            <a:r>
              <a:rPr lang="en-IN">
                <a:solidFill>
                  <a:srgbClr val="FFC000"/>
                </a:solidFill>
                <a:latin typeface="Arial"/>
              </a:rPr>
              <a:t>Quju</a:t>
            </a:r>
            <a:r>
              <a:rPr lang="en-IN">
                <a:latin typeface="Arial"/>
              </a:rPr>
              <a:t> </a:t>
            </a:r>
            <a:r>
              <a:rPr lang="en-IN">
                <a:solidFill>
                  <a:schemeClr val="bg1">
                    <a:lumMod val="75000"/>
                  </a:schemeClr>
                </a:solidFill>
                <a:latin typeface="Arial"/>
              </a:rPr>
              <a:t>(</a:t>
            </a:r>
            <a:r>
              <a:rPr lang="ja-JP">
                <a:solidFill>
                  <a:schemeClr val="bg1">
                    <a:lumMod val="75000"/>
                  </a:schemeClr>
                </a:solidFill>
                <a:latin typeface="Arial"/>
              </a:rPr>
              <a:t>曲裾</a:t>
            </a:r>
            <a:r>
              <a:rPr lang="en-US">
                <a:solidFill>
                  <a:schemeClr val="bg1">
                    <a:lumMod val="75000"/>
                  </a:schemeClr>
                </a:solidFill>
                <a:latin typeface="Arial"/>
              </a:rPr>
              <a:t>): </a:t>
            </a:r>
            <a:r>
              <a:rPr lang="en-IN">
                <a:solidFill>
                  <a:schemeClr val="bg1">
                    <a:lumMod val="75000"/>
                  </a:schemeClr>
                </a:solidFill>
                <a:latin typeface="Arial"/>
              </a:rPr>
              <a:t>diagonal body wrapping</a:t>
            </a:r>
          </a:p>
          <a:p>
            <a:pPr eaLnBrk="1" hangingPunct="1" fontAlgn="auto">
              <a:spcAft>
                <a:spcPts val="0"/>
              </a:spcAft>
              <a:buClr>
                <a:schemeClr val="accent1">
                  <a:lumMod val="60000"/>
                  <a:lumOff val="40000"/>
                </a:schemeClr>
              </a:buClr>
            </a:pPr>
            <a:r>
              <a:rPr lang="en-IN">
                <a:solidFill>
                  <a:srgbClr val="FFC000"/>
                </a:solidFill>
                <a:latin typeface="Arial"/>
              </a:rPr>
              <a:t>   Zhiju</a:t>
            </a:r>
            <a:r>
              <a:rPr lang="en-IN">
                <a:solidFill>
                  <a:schemeClr val="bg1">
                    <a:lumMod val="75000"/>
                  </a:schemeClr>
                </a:solidFill>
                <a:latin typeface="Arial"/>
              </a:rPr>
              <a:t> (</a:t>
            </a:r>
            <a:r>
              <a:rPr lang="ja-JP">
                <a:solidFill>
                  <a:schemeClr val="bg1">
                    <a:lumMod val="75000"/>
                  </a:schemeClr>
                </a:solidFill>
                <a:latin typeface="Arial"/>
              </a:rPr>
              <a:t>直裾</a:t>
            </a:r>
            <a:r>
              <a:rPr lang="en-US">
                <a:solidFill>
                  <a:schemeClr val="bg1">
                    <a:lumMod val="75000"/>
                  </a:schemeClr>
                </a:solidFill>
                <a:latin typeface="Arial"/>
              </a:rPr>
              <a:t>): </a:t>
            </a:r>
            <a:r>
              <a:rPr lang="en-IN">
                <a:solidFill>
                  <a:schemeClr val="bg1">
                    <a:lumMod val="75000"/>
                  </a:schemeClr>
                </a:solidFill>
                <a:latin typeface="Arial"/>
              </a:rPr>
              <a:t>straight lapels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0" y="0"/>
            <a:ext cx="5500688" cy="6858000"/>
          </a:xfrm>
          <a:prstGeom prst="rect">
            <a:avLst/>
          </a:prstGeom>
          <a:solidFill>
            <a:schemeClr val="tx1">
              <a:lumMod val="75000"/>
              <a:lumOff val="25000"/>
            </a:schemeClr>
          </a:solidFill>
          <a:ln>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pic>
        <p:nvPicPr>
          <p:cNvPr id="28675" name="Picture 3"/>
          <p:cNvPicPr>
            <a:picLocks noChangeAspect="1"/>
          </p:cNvPicPr>
          <p:nvPr/>
        </p:nvPicPr>
        <p:blipFill rotWithShape="1">
          <a:blip r:embed="rId2"/>
          <a:stretch>
            <a:fillRect/>
          </a:stretch>
        </p:blipFill>
        <p:spPr>
          <a:xfrm>
            <a:off x="0" y="0"/>
            <a:ext cx="4979988" cy="6858000"/>
          </a:xfrm>
          <a:prstGeom prst="rect">
            <a:avLst/>
          </a:prstGeom>
          <a:noFill/>
          <a:ln>
            <a:noFill/>
          </a:ln>
        </p:spPr>
      </p:pic>
      <p:sp>
        <p:nvSpPr>
          <p:cNvPr id="28676" name="Content Placeholder 1"/>
          <p:cNvSpPr>
            <a:spLocks noGrp="1"/>
          </p:cNvSpPr>
          <p:nvPr>
            <p:ph idx="1"/>
          </p:nvPr>
        </p:nvSpPr>
        <p:spPr>
          <a:xfrm>
            <a:off x="0" y="3857625"/>
            <a:ext cx="4329113" cy="357188"/>
          </a:xfrm>
          <a:prstGeom prst="rect">
            <a:avLst/>
          </a:prstGeom>
        </p:spPr>
        <p:txBody>
          <a:bodyPr/>
          <a:lstStyle/>
          <a:p>
            <a:pPr marL="0" indent="0" eaLnBrk="1" hangingPunct="1">
              <a:buFont typeface="Arial"/>
              <a:buNone/>
            </a:pPr>
            <a:r>
              <a:rPr lang="en-IN" sz="2400"/>
              <a:t>:</a:t>
            </a:r>
          </a:p>
        </p:txBody>
      </p:sp>
      <p:pic>
        <p:nvPicPr>
          <p:cNvPr id="28677" name="Picture 2" descr="File:Sui Yangdi Tang.jpg"/>
          <p:cNvPicPr>
            <a:picLocks noChangeAspect="1"/>
          </p:cNvPicPr>
          <p:nvPr/>
        </p:nvPicPr>
        <p:blipFill rotWithShape="1">
          <a:blip r:embed="rId3"/>
          <a:stretch>
            <a:fillRect/>
          </a:stretch>
        </p:blipFill>
        <p:spPr>
          <a:xfrm>
            <a:off x="5211763" y="0"/>
            <a:ext cx="3932237" cy="6858000"/>
          </a:xfrm>
          <a:prstGeom prst="rect">
            <a:avLst/>
          </a:prstGeom>
          <a:noFill/>
          <a:ln>
            <a:noFill/>
          </a:ln>
        </p:spPr>
      </p:pic>
      <p:sp>
        <p:nvSpPr>
          <p:cNvPr id="5" name="Rectangle 4"/>
          <p:cNvSpPr/>
          <p:nvPr/>
        </p:nvSpPr>
        <p:spPr>
          <a:xfrm>
            <a:off x="0" y="4714875"/>
            <a:ext cx="3286125" cy="1357313"/>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r>
              <a:rPr lang="en-IN" sz="2800"/>
              <a:t>Xuanduan</a:t>
            </a:r>
            <a:r>
              <a:rPr lang="en-IN" sz="2800"/>
              <a:t> Official Formal Wear</a:t>
            </a:r>
            <a:r>
              <a:rPr lang="en-IN" sz="2800">
                <a:solidFill>
                  <a:schemeClr val="bg1"/>
                </a:solidFill>
                <a:latin typeface="Arial"/>
                <a:cs typeface="Arial"/>
              </a:rPr>
              <a:t> </a:t>
            </a:r>
            <a:endParaRPr lang="en-US" sz="2800">
              <a:solidFill>
                <a:schemeClr val="bg1"/>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0" y="0"/>
            <a:ext cx="9144000" cy="6858000"/>
          </a:xfrm>
          <a:prstGeom prst="rect">
            <a:avLst/>
          </a:prstGeom>
          <a:solidFill>
            <a:schemeClr val="tx1">
              <a:lumMod val="75000"/>
              <a:lumOff val="25000"/>
            </a:schemeClr>
          </a:solidFill>
          <a:ln>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sp>
        <p:nvSpPr>
          <p:cNvPr id="18435" name="Content Placeholder 1"/>
          <p:cNvSpPr>
            <a:spLocks noGrp="1"/>
          </p:cNvSpPr>
          <p:nvPr>
            <p:ph idx="1"/>
          </p:nvPr>
        </p:nvSpPr>
        <p:spPr>
          <a:xfrm>
            <a:off x="1143000" y="4764088"/>
            <a:ext cx="7138988" cy="1951037"/>
          </a:xfrm>
          <a:prstGeom prst="rect">
            <a:avLst/>
          </a:prstGeom>
        </p:spPr>
        <p:txBody>
          <a:bodyPr rtlCol="0">
            <a:normAutofit/>
          </a:bodyPr>
          <a:lstStyle/>
          <a:p>
            <a:pPr marL="0" indent="0" algn="ctr" eaLnBrk="1" hangingPunct="1" fontAlgn="auto">
              <a:spcAft>
                <a:spcPts val="0"/>
              </a:spcAft>
              <a:buFont typeface="Arial"/>
              <a:buNone/>
            </a:pPr>
            <a:r>
              <a:rPr lang="en-IN" sz="2400">
                <a:solidFill>
                  <a:srgbClr val="FFC000"/>
                </a:solidFill>
              </a:rPr>
              <a:t>Shenyi</a:t>
            </a:r>
            <a:r>
              <a:rPr lang="en-IN" sz="2400">
                <a:solidFill>
                  <a:srgbClr val="FFC000"/>
                </a:solidFill>
              </a:rPr>
              <a:t>: </a:t>
            </a:r>
            <a:r>
              <a:rPr lang="en-IN" sz="2400">
                <a:solidFill>
                  <a:schemeClr val="bg1">
                    <a:lumMod val="85000"/>
                  </a:schemeClr>
                </a:solidFill>
              </a:rPr>
              <a:t>The most famous Court Wear and the most accounted for Formal Wear in ancient Chinese's Han Clothing. This style is knee length </a:t>
            </a:r>
            <a:r>
              <a:rPr lang="en-IN" sz="2400">
                <a:solidFill>
                  <a:schemeClr val="bg1">
                    <a:lumMod val="85000"/>
                  </a:schemeClr>
                </a:solidFill>
              </a:rPr>
              <a:t>Quju</a:t>
            </a:r>
            <a:r>
              <a:rPr lang="en-IN" sz="2400">
                <a:solidFill>
                  <a:schemeClr val="bg1">
                    <a:lumMod val="85000"/>
                  </a:schemeClr>
                </a:solidFill>
              </a:rPr>
              <a:t> for Men.</a:t>
            </a:r>
          </a:p>
        </p:txBody>
      </p:sp>
      <p:pic>
        <p:nvPicPr>
          <p:cNvPr id="29700" name="Picture 2" descr="File:Zhiju.svg"/>
          <p:cNvPicPr>
            <a:picLocks noChangeAspect="1"/>
          </p:cNvPicPr>
          <p:nvPr/>
        </p:nvPicPr>
        <p:blipFill rotWithShape="1">
          <a:blip r:embed="rId2"/>
          <a:stretch>
            <a:fillRect/>
          </a:stretch>
        </p:blipFill>
        <p:spPr>
          <a:xfrm>
            <a:off x="247650" y="758825"/>
            <a:ext cx="8716963" cy="3455988"/>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0" y="0"/>
            <a:ext cx="9144000" cy="6858000"/>
          </a:xfrm>
          <a:prstGeom prst="rect">
            <a:avLst/>
          </a:prstGeom>
          <a:solidFill>
            <a:schemeClr val="tx1">
              <a:lumMod val="75000"/>
              <a:lumOff val="25000"/>
            </a:schemeClr>
          </a:solidFill>
          <a:ln>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sp>
        <p:nvSpPr>
          <p:cNvPr id="19459" name="Content Placeholder 1"/>
          <p:cNvSpPr>
            <a:spLocks noGrp="1"/>
          </p:cNvSpPr>
          <p:nvPr>
            <p:ph idx="1"/>
          </p:nvPr>
        </p:nvSpPr>
        <p:spPr>
          <a:xfrm>
            <a:off x="457200" y="4652963"/>
            <a:ext cx="7931150" cy="1519237"/>
          </a:xfrm>
          <a:prstGeom prst="rect">
            <a:avLst/>
          </a:prstGeom>
        </p:spPr>
        <p:txBody>
          <a:bodyPr rtlCol="0">
            <a:normAutofit/>
          </a:bodyPr>
          <a:lstStyle/>
          <a:p>
            <a:pPr marL="0" indent="0" algn="ctr" eaLnBrk="1" hangingPunct="1" fontAlgn="auto">
              <a:spcAft>
                <a:spcPts val="0"/>
              </a:spcAft>
              <a:buFont typeface="Arial"/>
              <a:buNone/>
            </a:pPr>
            <a:r>
              <a:rPr lang="en-IN">
                <a:solidFill>
                  <a:srgbClr val="FFC000"/>
                </a:solidFill>
              </a:rPr>
              <a:t>Shenyi</a:t>
            </a:r>
            <a:r>
              <a:rPr lang="en-IN"/>
              <a:t>: </a:t>
            </a:r>
            <a:r>
              <a:rPr lang="en-IN" sz="2000">
                <a:solidFill>
                  <a:schemeClr val="bg1">
                    <a:lumMod val="85000"/>
                  </a:schemeClr>
                </a:solidFill>
              </a:rPr>
              <a:t>The most famous Court Wear and the most accounted for Formal Wear in ancient Chinese's Han Clothing. This style is the ankle or feet length </a:t>
            </a:r>
            <a:r>
              <a:rPr lang="en-IN" sz="2000">
                <a:solidFill>
                  <a:schemeClr val="bg1">
                    <a:lumMod val="85000"/>
                  </a:schemeClr>
                </a:solidFill>
              </a:rPr>
              <a:t>Quju</a:t>
            </a:r>
            <a:r>
              <a:rPr lang="en-IN" sz="2000">
                <a:solidFill>
                  <a:schemeClr val="bg1">
                    <a:lumMod val="85000"/>
                  </a:schemeClr>
                </a:solidFill>
              </a:rPr>
              <a:t> for Women.</a:t>
            </a:r>
            <a:endParaRPr lang="en-IN">
              <a:solidFill>
                <a:schemeClr val="bg1">
                  <a:lumMod val="85000"/>
                </a:schemeClr>
              </a:solidFill>
            </a:endParaRPr>
          </a:p>
          <a:p>
            <a:pPr marL="0" indent="0" algn="ctr" eaLnBrk="1" hangingPunct="1" fontAlgn="auto">
              <a:spcAft>
                <a:spcPts val="0"/>
              </a:spcAft>
              <a:buFont typeface="Arial"/>
              <a:buNone/>
            </a:pPr>
            <a:endParaRPr lang="en-IN"/>
          </a:p>
        </p:txBody>
      </p:sp>
      <p:pic>
        <p:nvPicPr>
          <p:cNvPr id="30724" name="Picture 4" descr="http://upload.wikimedia.org/wikipedia/commons/thumb/0/03/Shenyi.svg/500px-Shenyi.svg.png"/>
          <p:cNvPicPr>
            <a:picLocks noChangeAspect="1"/>
          </p:cNvPicPr>
          <p:nvPr/>
        </p:nvPicPr>
        <p:blipFill rotWithShape="1">
          <a:blip r:embed="rId2"/>
          <a:stretch>
            <a:fillRect/>
          </a:stretch>
        </p:blipFill>
        <p:spPr>
          <a:xfrm>
            <a:off x="250825" y="684213"/>
            <a:ext cx="8634413" cy="381635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9144000" cy="6858000"/>
          </a:xfrm>
          <a:prstGeom prst="rect">
            <a:avLst/>
          </a:prstGeom>
          <a:solidFill>
            <a:schemeClr val="tx1">
              <a:lumMod val="75000"/>
              <a:lumOff val="25000"/>
            </a:schemeClr>
          </a:solidFill>
          <a:ln>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pic>
        <p:nvPicPr>
          <p:cNvPr id="31747" name="Picture 4" descr="C:\Users\ajay pc\Desktop\images (5).jpg"/>
          <p:cNvPicPr>
            <a:picLocks noChangeAspect="1"/>
          </p:cNvPicPr>
          <p:nvPr/>
        </p:nvPicPr>
        <p:blipFill rotWithShape="1">
          <a:blip r:embed="rId2"/>
          <a:stretch>
            <a:fillRect/>
          </a:stretch>
        </p:blipFill>
        <p:spPr>
          <a:xfrm>
            <a:off x="285750" y="357188"/>
            <a:ext cx="3646488" cy="5429250"/>
          </a:xfrm>
          <a:prstGeom prst="rect">
            <a:avLst/>
          </a:prstGeom>
          <a:noFill/>
          <a:ln>
            <a:noFill/>
          </a:ln>
        </p:spPr>
      </p:pic>
      <p:sp>
        <p:nvSpPr>
          <p:cNvPr id="31748" name="Content Placeholder 1"/>
          <p:cNvSpPr>
            <a:spLocks noGrp="1"/>
          </p:cNvSpPr>
          <p:nvPr>
            <p:ph idx="1"/>
          </p:nvPr>
        </p:nvSpPr>
        <p:spPr>
          <a:xfrm>
            <a:off x="3143250" y="6029325"/>
            <a:ext cx="2900363" cy="542925"/>
          </a:xfrm>
          <a:prstGeom prst="rect">
            <a:avLst/>
          </a:prstGeom>
        </p:spPr>
        <p:txBody>
          <a:bodyPr/>
          <a:lstStyle/>
          <a:p>
            <a:pPr marL="0" indent="0" eaLnBrk="1" hangingPunct="1">
              <a:buFont typeface="Arial"/>
              <a:buNone/>
            </a:pPr>
            <a:r>
              <a:rPr lang="en-IN" sz="2400">
                <a:solidFill>
                  <a:srgbClr val="FFC000"/>
                </a:solidFill>
              </a:rPr>
              <a:t>Women’s Quju Shenyi</a:t>
            </a:r>
          </a:p>
        </p:txBody>
      </p:sp>
      <p:pic>
        <p:nvPicPr>
          <p:cNvPr id="31749" name="Picture 2" descr="File:Xin Zhui 1.JPG"/>
          <p:cNvPicPr>
            <a:picLocks noChangeAspect="1"/>
          </p:cNvPicPr>
          <p:nvPr/>
        </p:nvPicPr>
        <p:blipFill rotWithShape="1">
          <a:blip r:embed="rId3"/>
          <a:srcRect l="0" t="0" r="0" b="11575"/>
          <a:stretch>
            <a:fillRect/>
          </a:stretch>
        </p:blipFill>
        <p:spPr>
          <a:xfrm>
            <a:off x="4287838" y="357188"/>
            <a:ext cx="4498975" cy="5597525"/>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p:nvPr/>
        </p:nvSpPr>
        <p:spPr>
          <a:xfrm>
            <a:off x="0" y="0"/>
            <a:ext cx="9144000" cy="6858000"/>
          </a:xfrm>
          <a:prstGeom prst="rect">
            <a:avLst/>
          </a:prstGeom>
          <a:solidFill>
            <a:schemeClr val="tx1">
              <a:lumMod val="75000"/>
              <a:lumOff val="25000"/>
            </a:schemeClr>
          </a:solidFill>
          <a:ln>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sp>
        <p:nvSpPr>
          <p:cNvPr id="4" name="Rectangle 3"/>
          <p:cNvSpPr/>
          <p:nvPr/>
        </p:nvSpPr>
        <p:spPr>
          <a:xfrm>
            <a:off x="214313" y="3214688"/>
            <a:ext cx="812800" cy="369887"/>
          </a:xfrm>
          <a:prstGeom prst="rect">
            <a:avLst/>
          </a:prstGeom>
        </p:spPr>
        <p:txBody>
          <a:bodyPr wrap="none">
            <a:spAutoFit/>
          </a:bodyPr>
          <a:lstStyle/>
          <a:p>
            <a:pPr eaLnBrk="1" hangingPunct="1"/>
            <a:r>
              <a:rPr lang="en-IN">
                <a:solidFill>
                  <a:srgbClr val="FFC000"/>
                </a:solidFill>
                <a:latin typeface="Arial"/>
              </a:rPr>
              <a:t> Zhiju</a:t>
            </a:r>
            <a:r>
              <a:rPr lang="en-IN">
                <a:solidFill>
                  <a:schemeClr val="bg1">
                    <a:lumMod val="75000"/>
                  </a:schemeClr>
                </a:solidFill>
                <a:latin typeface="Arial"/>
              </a:rPr>
              <a:t> </a:t>
            </a:r>
            <a:endParaRPr lang="en-US"/>
          </a:p>
        </p:txBody>
      </p:sp>
      <p:sp>
        <p:nvSpPr>
          <p:cNvPr id="5" name="Rectangle 4"/>
          <p:cNvSpPr/>
          <p:nvPr/>
        </p:nvSpPr>
        <p:spPr>
          <a:xfrm>
            <a:off x="0" y="3214688"/>
            <a:ext cx="1357313" cy="500062"/>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eaLnBrk="1" hangingPunct="1"/>
            <a:r>
              <a:rPr lang="en-IN" sz="2800">
                <a:solidFill>
                  <a:schemeClr val="bg1">
                    <a:lumMod val="85000"/>
                  </a:schemeClr>
                </a:solidFill>
                <a:latin typeface="Arial"/>
              </a:rPr>
              <a:t> Zhiju </a:t>
            </a:r>
            <a:endParaRPr lang="en-US" sz="2800">
              <a:solidFill>
                <a:schemeClr val="bg1">
                  <a:lumMod val="85000"/>
                </a:schemeClr>
              </a:solidFill>
            </a:endParaRPr>
          </a:p>
        </p:txBody>
      </p:sp>
      <p:pic>
        <p:nvPicPr>
          <p:cNvPr id="32773" name="Picture 2" descr="C:\Users\ajay pc\Desktop\534bfe410f012cebc03397834a97a03b--ancient-china-hanfu.jpg"/>
          <p:cNvPicPr>
            <a:picLocks noChangeAspect="1"/>
          </p:cNvPicPr>
          <p:nvPr/>
        </p:nvPicPr>
        <p:blipFill rotWithShape="1">
          <a:blip r:embed="rId2"/>
          <a:stretch>
            <a:fillRect/>
          </a:stretch>
        </p:blipFill>
        <p:spPr>
          <a:xfrm>
            <a:off x="4572000" y="0"/>
            <a:ext cx="4572000" cy="6858000"/>
          </a:xfrm>
          <a:prstGeom prst="rect">
            <a:avLst/>
          </a:prstGeom>
          <a:noFill/>
          <a:ln>
            <a:noFill/>
          </a:ln>
        </p:spPr>
      </p:pic>
      <p:pic>
        <p:nvPicPr>
          <p:cNvPr id="32774" name="Picture 3" descr="C:\Users\ajay pc\Desktop\Male-Chinese-Traditional-Costume-Man-Hanfu-Clothing-Adult-Chinese-Folk-Costume-Ming-Costume-Robe-Ancient-Clothing.jpg_640x640.jpg"/>
          <p:cNvPicPr>
            <a:picLocks noChangeAspect="1"/>
          </p:cNvPicPr>
          <p:nvPr/>
        </p:nvPicPr>
        <p:blipFill rotWithShape="1">
          <a:blip r:embed="rId3"/>
          <a:srcRect l="0" t="0" r="55196" b="0"/>
          <a:stretch>
            <a:fillRect/>
          </a:stretch>
        </p:blipFill>
        <p:spPr>
          <a:xfrm>
            <a:off x="1785938" y="0"/>
            <a:ext cx="3071812" cy="6856413"/>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0" y="0"/>
            <a:ext cx="9144000" cy="6858000"/>
          </a:xfrm>
          <a:prstGeom prst="rect">
            <a:avLst/>
          </a:prstGeom>
          <a:solidFill>
            <a:schemeClr val="tx1">
              <a:lumMod val="75000"/>
              <a:lumOff val="25000"/>
            </a:schemeClr>
          </a:solidFill>
          <a:ln>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sp>
        <p:nvSpPr>
          <p:cNvPr id="3" name="Title 2"/>
          <p:cNvSpPr>
            <a:spLocks noGrp="1"/>
          </p:cNvSpPr>
          <p:nvPr>
            <p:ph type="title"/>
          </p:nvPr>
        </p:nvSpPr>
        <p:spPr>
          <a:xfrm>
            <a:off x="6715125" y="2857500"/>
            <a:ext cx="2197100" cy="1728788"/>
          </a:xfrm>
          <a:prstGeom prst="rect">
            <a:avLst/>
          </a:prstGeom>
        </p:spPr>
        <p:txBody>
          <a:bodyPr rtlCol="0">
            <a:normAutofit fontScale="90000"/>
          </a:bodyPr>
          <a:lstStyle/>
          <a:p>
            <a:pPr eaLnBrk="1" hangingPunct="1" fontAlgn="auto">
              <a:spcAft>
                <a:spcPts val="0"/>
              </a:spcAft>
            </a:pPr>
            <a:r>
              <a:rPr lang="en-IN">
                <a:solidFill>
                  <a:schemeClr val="accent6">
                    <a:tint val="1000"/>
                  </a:schemeClr>
                </a:solidFill>
                <a:latin typeface="Arial"/>
                <a:cs typeface="Arial"/>
              </a:rPr>
              <a:t>Court Dresses</a:t>
            </a:r>
          </a:p>
        </p:txBody>
      </p:sp>
      <p:graphicFrame>
        <p:nvGraphicFramePr>
          <p:cNvPr id="4" name="Content Placeholder 3"/>
          <p:cNvGraphicFramePr>
            <a:graphicFrameLocks noGrp="1"/>
          </p:cNvGraphicFramePr>
          <p:nvPr>
            <p:ph idx="1"/>
          </p:nvPr>
        </p:nvGraphicFramePr>
        <p:xfrm>
          <a:off x="250825" y="450850"/>
          <a:ext cx="6689725" cy="5715000"/>
        </p:xfrm>
        <a:graphic>
          <a:graphicData uri="http://schemas.openxmlformats.org/drawingml/2006/table">
            <a:tbl>
              <a:tblPr>
                <a:tableStyleId>{5940675A-B579-460E-94D1-54222C63F5DA}</a:tableStyleId>
              </a:tblPr>
              <a:tblGrid>
                <a:gridCol w="1184155"/>
                <a:gridCol w="511197"/>
                <a:gridCol w="4994373"/>
              </a:tblGrid>
              <a:tr h="459828">
                <a:tc>
                  <a:txBody>
                    <a:bodyPr/>
                    <a:lstStyle/>
                    <a:p>
                      <a:r>
                        <a:rPr lang="en-IN" sz="1300" u="sng">
                          <a:solidFill>
                            <a:schemeClr val="bg1">
                              <a:lumMod val="85000"/>
                            </a:schemeClr>
                          </a:solidFill>
                          <a:latin typeface="Arial"/>
                          <a:cs typeface="Arial"/>
                        </a:rPr>
                        <a:t>Romanization</a:t>
                      </a:r>
                    </a:p>
                  </a:txBody>
                  <a:tcPr marL="65704" marR="65704" marT="32845" marB="32845" anchor="ctr">
                    <a:lnL>
                      <a:noFill/>
                    </a:lnL>
                    <a:lnR>
                      <a:noFill/>
                    </a:lnR>
                    <a:lnT>
                      <a:noFill/>
                    </a:lnT>
                    <a:lnB>
                      <a:noFill/>
                    </a:lnB>
                  </a:tcPr>
                </a:tc>
                <a:tc>
                  <a:txBody>
                    <a:bodyPr/>
                    <a:lstStyle/>
                    <a:p>
                      <a:endParaRPr lang="en-IN" sz="1300" u="sng">
                        <a:solidFill>
                          <a:schemeClr val="bg1">
                            <a:lumMod val="85000"/>
                          </a:schemeClr>
                        </a:solidFill>
                        <a:latin typeface="Arial"/>
                        <a:cs typeface="Arial"/>
                      </a:endParaRPr>
                    </a:p>
                  </a:txBody>
                  <a:tcPr marL="65704" marR="65704" marT="32845" marB="32845" anchor="ctr">
                    <a:lnL>
                      <a:noFill/>
                    </a:lnL>
                    <a:lnR>
                      <a:noFill/>
                    </a:lnR>
                    <a:lnT>
                      <a:noFill/>
                    </a:lnT>
                    <a:lnB>
                      <a:noFill/>
                    </a:lnB>
                  </a:tcPr>
                </a:tc>
                <a:tc>
                  <a:txBody>
                    <a:bodyPr/>
                    <a:lstStyle/>
                    <a:p>
                      <a:r>
                        <a:rPr lang="en-IN" sz="1300" u="sng">
                          <a:solidFill>
                            <a:schemeClr val="bg1">
                              <a:lumMod val="85000"/>
                            </a:schemeClr>
                          </a:solidFill>
                          <a:latin typeface="Arial"/>
                          <a:cs typeface="Arial"/>
                        </a:rPr>
                        <a:t>Definition</a:t>
                      </a:r>
                    </a:p>
                  </a:txBody>
                  <a:tcPr marL="65704" marR="65704" marT="32845" marB="32845" anchor="ctr">
                    <a:lnL>
                      <a:noFill/>
                    </a:lnL>
                    <a:lnR>
                      <a:noFill/>
                    </a:lnR>
                    <a:lnT>
                      <a:noFill/>
                    </a:lnT>
                    <a:lnB>
                      <a:noFill/>
                    </a:lnB>
                  </a:tcPr>
                </a:tc>
              </a:tr>
              <a:tr h="1248103">
                <a:tc>
                  <a:txBody>
                    <a:bodyPr/>
                    <a:lstStyle/>
                    <a:p>
                      <a:r>
                        <a:rPr lang="en-IN" sz="1600">
                          <a:solidFill>
                            <a:schemeClr val="bg1">
                              <a:lumMod val="85000"/>
                            </a:schemeClr>
                          </a:solidFill>
                          <a:latin typeface="Arial"/>
                          <a:cs typeface="Arial"/>
                        </a:rPr>
                        <a:t>Mianfu</a:t>
                      </a:r>
                    </a:p>
                  </a:txBody>
                  <a:tcPr marL="65704" marR="65704" marT="32845" marB="32845" anchor="ctr">
                    <a:lnL>
                      <a:noFill/>
                    </a:lnL>
                    <a:lnR>
                      <a:noFill/>
                    </a:lnR>
                    <a:lnT>
                      <a:noFill/>
                    </a:lnT>
                    <a:lnB>
                      <a:noFill/>
                    </a:lnB>
                  </a:tcPr>
                </a:tc>
                <a:tc>
                  <a:txBody>
                    <a:bodyPr/>
                    <a:lstStyle/>
                    <a:p>
                      <a:endParaRPr lang="ja-JP" sz="1300">
                        <a:solidFill>
                          <a:schemeClr val="bg1">
                            <a:lumMod val="85000"/>
                          </a:schemeClr>
                        </a:solidFill>
                        <a:latin typeface="Arial"/>
                        <a:cs typeface="Arial"/>
                      </a:endParaRPr>
                    </a:p>
                  </a:txBody>
                  <a:tcPr marL="65704" marR="65704" marT="32845" marB="32845" anchor="ctr">
                    <a:lnL>
                      <a:noFill/>
                    </a:lnL>
                    <a:lnR>
                      <a:noFill/>
                    </a:lnR>
                    <a:lnT>
                      <a:noFill/>
                    </a:lnT>
                    <a:lnB>
                      <a:noFill/>
                    </a:lnB>
                  </a:tcPr>
                </a:tc>
                <a:tc>
                  <a:txBody>
                    <a:bodyPr/>
                    <a:lstStyle/>
                    <a:p>
                      <a:r>
                        <a:rPr lang="en-IN" sz="1800">
                          <a:solidFill>
                            <a:schemeClr val="bg1">
                              <a:lumMod val="85000"/>
                            </a:schemeClr>
                          </a:solidFill>
                          <a:latin typeface="Arial"/>
                          <a:cs typeface="Arial"/>
                        </a:rPr>
                        <a:t>religious court dress of emperor, officials or nobility</a:t>
                      </a:r>
                    </a:p>
                  </a:txBody>
                  <a:tcPr marL="65704" marR="65704" marT="32845" marB="32845" anchor="ctr">
                    <a:lnL>
                      <a:noFill/>
                    </a:lnL>
                    <a:lnR>
                      <a:noFill/>
                    </a:lnR>
                    <a:lnT>
                      <a:noFill/>
                    </a:lnT>
                    <a:lnB>
                      <a:noFill/>
                    </a:lnB>
                  </a:tcPr>
                </a:tc>
              </a:tr>
              <a:tr h="1248103">
                <a:tc>
                  <a:txBody>
                    <a:bodyPr/>
                    <a:lstStyle/>
                    <a:p>
                      <a:r>
                        <a:rPr lang="en-IN" sz="1600">
                          <a:solidFill>
                            <a:schemeClr val="bg1">
                              <a:lumMod val="85000"/>
                            </a:schemeClr>
                          </a:solidFill>
                          <a:latin typeface="Arial"/>
                          <a:cs typeface="Arial"/>
                        </a:rPr>
                        <a:t>Bianfu</a:t>
                      </a:r>
                    </a:p>
                  </a:txBody>
                  <a:tcPr marL="65704" marR="65704" marT="32845" marB="32845" anchor="ctr">
                    <a:lnL>
                      <a:noFill/>
                    </a:lnL>
                    <a:lnR>
                      <a:noFill/>
                    </a:lnR>
                    <a:lnT>
                      <a:noFill/>
                    </a:lnT>
                    <a:lnB>
                      <a:noFill/>
                    </a:lnB>
                  </a:tcPr>
                </a:tc>
                <a:tc>
                  <a:txBody>
                    <a:bodyPr/>
                    <a:lstStyle/>
                    <a:p>
                      <a:endParaRPr lang="ja-JP" sz="1300">
                        <a:solidFill>
                          <a:schemeClr val="bg1">
                            <a:lumMod val="85000"/>
                          </a:schemeClr>
                        </a:solidFill>
                        <a:latin typeface="Arial"/>
                        <a:cs typeface="Arial"/>
                      </a:endParaRPr>
                    </a:p>
                  </a:txBody>
                  <a:tcPr marL="65704" marR="65704" marT="32845" marB="32845" anchor="ctr">
                    <a:lnL>
                      <a:noFill/>
                    </a:lnL>
                    <a:lnR>
                      <a:noFill/>
                    </a:lnR>
                    <a:lnT>
                      <a:noFill/>
                    </a:lnT>
                    <a:lnB>
                      <a:noFill/>
                    </a:lnB>
                  </a:tcPr>
                </a:tc>
                <a:tc>
                  <a:txBody>
                    <a:bodyPr/>
                    <a:lstStyle/>
                    <a:p>
                      <a:r>
                        <a:rPr lang="en-IN" sz="1800">
                          <a:solidFill>
                            <a:schemeClr val="bg1">
                              <a:lumMod val="85000"/>
                            </a:schemeClr>
                          </a:solidFill>
                          <a:latin typeface="Arial"/>
                          <a:cs typeface="Arial"/>
                        </a:rPr>
                        <a:t>ceremonial military dress of emperor, officials or nobility</a:t>
                      </a:r>
                    </a:p>
                  </a:txBody>
                  <a:tcPr marL="65704" marR="65704" marT="32845" marB="32845" anchor="ctr">
                    <a:lnL>
                      <a:noFill/>
                    </a:lnL>
                    <a:lnR>
                      <a:noFill/>
                    </a:lnR>
                    <a:lnT>
                      <a:noFill/>
                    </a:lnT>
                    <a:lnB>
                      <a:noFill/>
                    </a:lnB>
                  </a:tcPr>
                </a:tc>
              </a:tr>
              <a:tr h="1445172">
                <a:tc>
                  <a:txBody>
                    <a:bodyPr/>
                    <a:lstStyle/>
                    <a:p>
                      <a:r>
                        <a:rPr lang="en-IN" sz="1600">
                          <a:solidFill>
                            <a:schemeClr val="bg1">
                              <a:lumMod val="85000"/>
                            </a:schemeClr>
                          </a:solidFill>
                          <a:latin typeface="Arial"/>
                          <a:cs typeface="Arial"/>
                        </a:rPr>
                        <a:t>Chaofu</a:t>
                      </a:r>
                    </a:p>
                  </a:txBody>
                  <a:tcPr marL="65704" marR="65704" marT="32845" marB="32845" anchor="ctr">
                    <a:lnL>
                      <a:noFill/>
                    </a:lnL>
                    <a:lnR>
                      <a:noFill/>
                    </a:lnR>
                    <a:lnT>
                      <a:noFill/>
                    </a:lnT>
                    <a:lnB>
                      <a:noFill/>
                    </a:lnB>
                  </a:tcPr>
                </a:tc>
                <a:tc>
                  <a:txBody>
                    <a:bodyPr/>
                    <a:lstStyle/>
                    <a:p>
                      <a:endParaRPr lang="ja-JP" sz="1300">
                        <a:solidFill>
                          <a:schemeClr val="bg1">
                            <a:lumMod val="85000"/>
                          </a:schemeClr>
                        </a:solidFill>
                        <a:latin typeface="Arial"/>
                        <a:cs typeface="Arial"/>
                      </a:endParaRPr>
                    </a:p>
                  </a:txBody>
                  <a:tcPr marL="65704" marR="65704" marT="32845" marB="32845" anchor="ctr">
                    <a:lnL>
                      <a:noFill/>
                    </a:lnL>
                    <a:lnR>
                      <a:noFill/>
                    </a:lnR>
                    <a:lnT>
                      <a:noFill/>
                    </a:lnT>
                    <a:lnB>
                      <a:noFill/>
                    </a:lnB>
                  </a:tcPr>
                </a:tc>
                <a:tc>
                  <a:txBody>
                    <a:bodyPr/>
                    <a:lstStyle/>
                    <a:p>
                      <a:r>
                        <a:rPr lang="en-IN" sz="1800">
                          <a:solidFill>
                            <a:schemeClr val="bg1">
                              <a:lumMod val="85000"/>
                            </a:schemeClr>
                          </a:solidFill>
                          <a:latin typeface="Arial"/>
                          <a:cs typeface="Arial"/>
                        </a:rPr>
                        <a:t>a red ceremonial court dress of emperor, officials or nobility</a:t>
                      </a:r>
                    </a:p>
                  </a:txBody>
                  <a:tcPr marL="65704" marR="65704" marT="32845" marB="32845" anchor="ctr">
                    <a:lnL>
                      <a:noFill/>
                    </a:lnL>
                    <a:lnR>
                      <a:noFill/>
                    </a:lnR>
                    <a:lnT>
                      <a:noFill/>
                    </a:lnT>
                    <a:lnB>
                      <a:noFill/>
                    </a:lnB>
                  </a:tcPr>
                </a:tc>
              </a:tr>
              <a:tr h="853966">
                <a:tc>
                  <a:txBody>
                    <a:bodyPr/>
                    <a:lstStyle/>
                    <a:p>
                      <a:r>
                        <a:rPr lang="en-IN" sz="1600">
                          <a:solidFill>
                            <a:schemeClr val="bg1">
                              <a:lumMod val="85000"/>
                            </a:schemeClr>
                          </a:solidFill>
                          <a:latin typeface="Arial"/>
                          <a:cs typeface="Arial"/>
                        </a:rPr>
                        <a:t>Gongfu</a:t>
                      </a:r>
                    </a:p>
                  </a:txBody>
                  <a:tcPr marL="65704" marR="65704" marT="32845" marB="32845" anchor="ctr">
                    <a:lnL>
                      <a:noFill/>
                    </a:lnL>
                    <a:lnR>
                      <a:noFill/>
                    </a:lnR>
                    <a:lnT>
                      <a:noFill/>
                    </a:lnT>
                    <a:lnB>
                      <a:noFill/>
                    </a:lnB>
                  </a:tcPr>
                </a:tc>
                <a:tc>
                  <a:txBody>
                    <a:bodyPr/>
                    <a:lstStyle/>
                    <a:p>
                      <a:endParaRPr lang="ja-JP" sz="1300">
                        <a:solidFill>
                          <a:schemeClr val="bg1">
                            <a:lumMod val="85000"/>
                          </a:schemeClr>
                        </a:solidFill>
                        <a:latin typeface="Arial"/>
                        <a:cs typeface="Arial"/>
                      </a:endParaRPr>
                    </a:p>
                  </a:txBody>
                  <a:tcPr marL="65704" marR="65704" marT="32845" marB="32845" anchor="ctr">
                    <a:lnL>
                      <a:noFill/>
                    </a:lnL>
                    <a:lnR>
                      <a:noFill/>
                    </a:lnR>
                    <a:lnT>
                      <a:noFill/>
                    </a:lnT>
                    <a:lnB>
                      <a:noFill/>
                    </a:lnB>
                  </a:tcPr>
                </a:tc>
                <a:tc>
                  <a:txBody>
                    <a:bodyPr/>
                    <a:lstStyle/>
                    <a:p>
                      <a:r>
                        <a:rPr lang="en-IN" sz="1800">
                          <a:solidFill>
                            <a:schemeClr val="bg1">
                              <a:lumMod val="85000"/>
                            </a:schemeClr>
                          </a:solidFill>
                          <a:latin typeface="Arial"/>
                          <a:cs typeface="Arial"/>
                        </a:rPr>
                        <a:t>formal court dress according to ranks</a:t>
                      </a:r>
                    </a:p>
                  </a:txBody>
                  <a:tcPr marL="65704" marR="65704" marT="32845" marB="32845" anchor="ctr">
                    <a:lnL>
                      <a:noFill/>
                    </a:lnL>
                    <a:lnR>
                      <a:noFill/>
                    </a:lnR>
                    <a:lnT>
                      <a:noFill/>
                    </a:lnT>
                    <a:lnB>
                      <a:noFill/>
                    </a:lnB>
                  </a:tcPr>
                </a:tc>
              </a:tr>
              <a:tr h="459828">
                <a:tc>
                  <a:txBody>
                    <a:bodyPr/>
                    <a:lstStyle/>
                    <a:p>
                      <a:r>
                        <a:rPr lang="en-IN" sz="1600">
                          <a:solidFill>
                            <a:schemeClr val="bg1">
                              <a:lumMod val="85000"/>
                            </a:schemeClr>
                          </a:solidFill>
                          <a:latin typeface="Arial"/>
                          <a:cs typeface="Arial"/>
                        </a:rPr>
                        <a:t>Changfu</a:t>
                      </a:r>
                      <a:endParaRPr lang="en-IN" sz="1600">
                        <a:solidFill>
                          <a:schemeClr val="bg1">
                            <a:lumMod val="85000"/>
                          </a:schemeClr>
                        </a:solidFill>
                        <a:latin typeface="Arial"/>
                        <a:cs typeface="Arial"/>
                      </a:endParaRPr>
                    </a:p>
                  </a:txBody>
                  <a:tcPr marL="65704" marR="65704" marT="32845" marB="32845" anchor="ctr">
                    <a:lnL>
                      <a:noFill/>
                    </a:lnL>
                    <a:lnR>
                      <a:noFill/>
                    </a:lnR>
                    <a:lnT>
                      <a:noFill/>
                    </a:lnT>
                    <a:lnB>
                      <a:noFill/>
                    </a:lnB>
                  </a:tcPr>
                </a:tc>
                <a:tc>
                  <a:txBody>
                    <a:bodyPr/>
                    <a:lstStyle/>
                    <a:p>
                      <a:endParaRPr lang="ja-JP" sz="1300">
                        <a:solidFill>
                          <a:schemeClr val="bg1">
                            <a:lumMod val="85000"/>
                          </a:schemeClr>
                        </a:solidFill>
                        <a:latin typeface="Arial"/>
                        <a:cs typeface="Arial"/>
                      </a:endParaRPr>
                    </a:p>
                  </a:txBody>
                  <a:tcPr marL="65704" marR="65704" marT="32845" marB="32845" anchor="ctr">
                    <a:lnL>
                      <a:noFill/>
                    </a:lnL>
                    <a:lnR>
                      <a:noFill/>
                    </a:lnR>
                    <a:lnT>
                      <a:noFill/>
                    </a:lnT>
                    <a:lnB>
                      <a:noFill/>
                    </a:lnB>
                  </a:tcPr>
                </a:tc>
                <a:tc>
                  <a:txBody>
                    <a:bodyPr/>
                    <a:lstStyle/>
                    <a:p>
                      <a:r>
                        <a:rPr lang="en-IN" sz="1800">
                          <a:solidFill>
                            <a:schemeClr val="bg1">
                              <a:lumMod val="85000"/>
                            </a:schemeClr>
                          </a:solidFill>
                          <a:latin typeface="Arial"/>
                          <a:cs typeface="Arial"/>
                        </a:rPr>
                        <a:t>everyday court dress</a:t>
                      </a:r>
                    </a:p>
                  </a:txBody>
                  <a:tcPr marL="65704" marR="65704" marT="32845" marB="32845" anchor="ctr">
                    <a:lnL>
                      <a:noFill/>
                    </a:lnL>
                    <a:lnR>
                      <a:noFill/>
                    </a:lnR>
                    <a:lnT>
                      <a:noFill/>
                    </a:lnT>
                    <a:lnB>
                      <a:noFill/>
                    </a:lnB>
                  </a:tcPr>
                </a:tc>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Title 1"/>
          <p:cNvSpPr>
            <a:spLocks noGrp="1"/>
          </p:cNvSpPr>
          <p:nvPr>
            <p:ph type="title"/>
          </p:nvPr>
        </p:nvSpPr>
        <p:spPr>
          <a:xfrm>
            <a:off x="71438" y="-142875"/>
            <a:ext cx="5900737" cy="1143000"/>
          </a:xfrm>
          <a:prstGeom prst="rect">
            <a:avLst/>
          </a:prstGeom>
        </p:spPr>
        <p:txBody>
          <a:bodyPr/>
          <a:lstStyle/>
          <a:p>
            <a:r>
              <a:rPr lang="en-US"/>
              <a:t>Make up </a:t>
            </a:r>
          </a:p>
        </p:txBody>
      </p:sp>
      <p:pic>
        <p:nvPicPr>
          <p:cNvPr id="34819" name="Picture 2" descr="C:\Users\ajay pc\Desktop\1346496.jpg"/>
          <p:cNvPicPr>
            <a:picLocks noChangeAspect="1"/>
          </p:cNvPicPr>
          <p:nvPr/>
        </p:nvPicPr>
        <p:blipFill rotWithShape="1">
          <a:blip r:embed="rId2"/>
          <a:stretch>
            <a:fillRect/>
          </a:stretch>
        </p:blipFill>
        <p:spPr>
          <a:xfrm>
            <a:off x="5334000" y="214313"/>
            <a:ext cx="3810000" cy="3457575"/>
          </a:xfrm>
          <a:prstGeom prst="rect">
            <a:avLst/>
          </a:prstGeom>
          <a:noFill/>
          <a:ln>
            <a:noFill/>
          </a:ln>
        </p:spPr>
      </p:pic>
      <p:sp>
        <p:nvSpPr>
          <p:cNvPr id="34820" name="Content Placeholder 2"/>
          <p:cNvSpPr>
            <a:spLocks noGrp="1"/>
          </p:cNvSpPr>
          <p:nvPr>
            <p:ph idx="1"/>
          </p:nvPr>
        </p:nvSpPr>
        <p:spPr>
          <a:xfrm>
            <a:off x="457200" y="785813"/>
            <a:ext cx="5329238" cy="4525962"/>
          </a:xfrm>
          <a:prstGeom prst="rect">
            <a:avLst/>
          </a:prstGeom>
        </p:spPr>
        <p:txBody>
          <a:bodyPr/>
          <a:lstStyle/>
          <a:p>
            <a:r>
              <a:rPr lang="en-US" sz="1800"/>
              <a:t>Chinese favoured beautiful, petite women with pale skin, bright eyes and white teeth.</a:t>
            </a:r>
          </a:p>
          <a:p>
            <a:r>
              <a:rPr lang="en-US" sz="1800"/>
              <a:t>The typical look was bushy, sprawling eye brows, long slanted eyes, </a:t>
            </a:r>
            <a:r>
              <a:rPr lang="en-US" sz="1800">
                <a:solidFill>
                  <a:srgbClr val="FFC000"/>
                </a:solidFill>
              </a:rPr>
              <a:t>thick pouting lips</a:t>
            </a:r>
            <a:r>
              <a:rPr lang="en-US" sz="1800"/>
              <a:t>, an expansive coating of rouge on the cheeks and </a:t>
            </a:r>
            <a:r>
              <a:rPr lang="en-US" sz="1800">
                <a:solidFill>
                  <a:srgbClr val="FFC000"/>
                </a:solidFill>
              </a:rPr>
              <a:t>dainty flowers </a:t>
            </a:r>
            <a:r>
              <a:rPr lang="en-US" sz="1800"/>
              <a:t>painted on the forehead.</a:t>
            </a:r>
          </a:p>
          <a:p>
            <a:r>
              <a:rPr lang="en-US" sz="1800"/>
              <a:t>Tang Dynasty there were seven steps to applying cosmetics. First they applied the powder base then they applied colour to their face, eyebrow darkening came next, then they applied 'forehead gold' or 'floral gold', then they painted the dimples, decorated the cheeks and, lastly, applied lip colour. </a:t>
            </a:r>
          </a:p>
          <a:p>
            <a:r>
              <a:rPr lang="en-US" sz="1800"/>
              <a:t>The Ancient Chinese began to stain their nails with </a:t>
            </a:r>
            <a:r>
              <a:rPr lang="en-US" sz="1800">
                <a:solidFill>
                  <a:srgbClr val="FFC000"/>
                </a:solidFill>
              </a:rPr>
              <a:t>gum, gelatin, beeswax and egg. </a:t>
            </a:r>
            <a:r>
              <a:rPr lang="en-US" sz="1800"/>
              <a:t>This was an early form of nail polish. </a:t>
            </a:r>
          </a:p>
          <a:p>
            <a:r>
              <a:rPr lang="en-US" sz="1800"/>
              <a:t>Lower class were forbidden to colour their nails with bright colours.</a:t>
            </a:r>
          </a:p>
          <a:p>
            <a:r>
              <a:rPr lang="en-US" sz="1800"/>
              <a:t>Women used </a:t>
            </a:r>
            <a:r>
              <a:rPr lang="en-US" sz="1800">
                <a:solidFill>
                  <a:srgbClr val="FFC000"/>
                </a:solidFill>
              </a:rPr>
              <a:t>rice powder </a:t>
            </a:r>
            <a:r>
              <a:rPr lang="en-US" sz="1800"/>
              <a:t>to make their </a:t>
            </a:r>
            <a:r>
              <a:rPr lang="en-US" sz="1800">
                <a:solidFill>
                  <a:srgbClr val="FFC000"/>
                </a:solidFill>
              </a:rPr>
              <a:t>faces white and Henna dyes</a:t>
            </a:r>
            <a:r>
              <a:rPr lang="en-US" sz="1800"/>
              <a:t> to stain their hair.</a:t>
            </a:r>
          </a:p>
        </p:txBody>
      </p:sp>
      <p:pic>
        <p:nvPicPr>
          <p:cNvPr id="34821" name="Picture 3" descr="C:\Users\ajay pc\Desktop\1750653.jpg"/>
          <p:cNvPicPr>
            <a:picLocks noChangeAspect="1"/>
          </p:cNvPicPr>
          <p:nvPr/>
        </p:nvPicPr>
        <p:blipFill rotWithShape="1">
          <a:blip r:embed="rId3"/>
          <a:stretch>
            <a:fillRect/>
          </a:stretch>
        </p:blipFill>
        <p:spPr>
          <a:xfrm>
            <a:off x="6215063" y="3629025"/>
            <a:ext cx="2571750" cy="322897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Content Placeholder 2"/>
          <p:cNvSpPr>
            <a:spLocks noGrp="1"/>
          </p:cNvSpPr>
          <p:nvPr>
            <p:ph idx="1"/>
          </p:nvPr>
        </p:nvSpPr>
        <p:spPr>
          <a:xfrm>
            <a:off x="3500438" y="214313"/>
            <a:ext cx="4186237" cy="2714625"/>
          </a:xfrm>
          <a:prstGeom prst="rect">
            <a:avLst/>
          </a:prstGeom>
        </p:spPr>
        <p:txBody>
          <a:bodyPr/>
          <a:lstStyle/>
          <a:p>
            <a:r>
              <a:rPr lang="en-US" sz="1600"/>
              <a:t>Tang Dynasty women scraped off their eyebrows and drew them on instead using dai, a black pigment.</a:t>
            </a:r>
          </a:p>
          <a:p>
            <a:r>
              <a:rPr lang="en-US" sz="1600"/>
              <a:t>Women glued gold, silver, jewel and jade flakes to the forehead, around the eyes and cheeks. Materials used to stick to the cheeks were extensive including dragon fly wings, bird feathers and fish scales</a:t>
            </a:r>
          </a:p>
          <a:p>
            <a:r>
              <a:rPr lang="en-US" sz="1600"/>
              <a:t> In Ancient China lip gloss was made of vermillion minerals and animal grease. Ancient Chinese liked cherry-like small lips. </a:t>
            </a:r>
          </a:p>
        </p:txBody>
      </p:sp>
      <p:pic>
        <p:nvPicPr>
          <p:cNvPr id="35843" name="Picture 2" descr="C:\Users\ajay pc\Desktop\5303431.jpg"/>
          <p:cNvPicPr>
            <a:picLocks noChangeAspect="1"/>
          </p:cNvPicPr>
          <p:nvPr/>
        </p:nvPicPr>
        <p:blipFill rotWithShape="1">
          <a:blip r:embed="rId2"/>
          <a:stretch>
            <a:fillRect/>
          </a:stretch>
        </p:blipFill>
        <p:spPr>
          <a:xfrm>
            <a:off x="7643813" y="0"/>
            <a:ext cx="1500187" cy="3551238"/>
          </a:xfrm>
          <a:prstGeom prst="rect">
            <a:avLst/>
          </a:prstGeom>
          <a:noFill/>
          <a:ln>
            <a:noFill/>
          </a:ln>
        </p:spPr>
      </p:pic>
      <p:pic>
        <p:nvPicPr>
          <p:cNvPr id="35844" name="Picture 3" descr="C:\Users\ajay pc\Desktop\4bf9927ee0851d633836f3ed7ca74ade.jpg"/>
          <p:cNvPicPr>
            <a:picLocks noChangeAspect="1"/>
          </p:cNvPicPr>
          <p:nvPr/>
        </p:nvPicPr>
        <p:blipFill rotWithShape="1">
          <a:blip r:embed="rId3"/>
          <a:stretch>
            <a:fillRect/>
          </a:stretch>
        </p:blipFill>
        <p:spPr>
          <a:xfrm>
            <a:off x="5857875" y="3571875"/>
            <a:ext cx="3286125" cy="3286125"/>
          </a:xfrm>
          <a:prstGeom prst="rect">
            <a:avLst/>
          </a:prstGeom>
          <a:noFill/>
          <a:ln>
            <a:noFill/>
          </a:ln>
        </p:spPr>
      </p:pic>
      <p:pic>
        <p:nvPicPr>
          <p:cNvPr id="35845" name="Picture 4" descr="C:\Users\ajay pc\Desktop\95fdfd4ec21e4c255b565a3371751d0e.jpg"/>
          <p:cNvPicPr>
            <a:picLocks noChangeAspect="1"/>
          </p:cNvPicPr>
          <p:nvPr/>
        </p:nvPicPr>
        <p:blipFill rotWithShape="1">
          <a:blip r:embed="rId4"/>
          <a:stretch>
            <a:fillRect/>
          </a:stretch>
        </p:blipFill>
        <p:spPr>
          <a:xfrm>
            <a:off x="3057525" y="3500438"/>
            <a:ext cx="3074988" cy="3357562"/>
          </a:xfrm>
          <a:prstGeom prst="rect">
            <a:avLst/>
          </a:prstGeom>
          <a:noFill/>
          <a:ln>
            <a:noFill/>
          </a:ln>
        </p:spPr>
      </p:pic>
      <p:pic>
        <p:nvPicPr>
          <p:cNvPr id="35846" name="Picture 5" descr="C:\Users\ajay pc\Desktop\f9891bb2e1baca26b1aeddfb73d39573.jpg"/>
          <p:cNvPicPr>
            <a:picLocks noChangeAspect="1"/>
          </p:cNvPicPr>
          <p:nvPr/>
        </p:nvPicPr>
        <p:blipFill rotWithShape="1">
          <a:blip r:embed="rId5"/>
          <a:stretch>
            <a:fillRect/>
          </a:stretch>
        </p:blipFill>
        <p:spPr>
          <a:xfrm>
            <a:off x="0" y="0"/>
            <a:ext cx="3429000" cy="685800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0"/>
            <a:ext cx="9144000" cy="6858000"/>
          </a:xfrm>
          <a:prstGeom prst="rect">
            <a:avLst/>
          </a:prstGeom>
          <a:solidFill>
            <a:schemeClr val="tx1">
              <a:lumMod val="75000"/>
              <a:lumOff val="25000"/>
            </a:schemeClr>
          </a:solidFill>
          <a:ln>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sp>
        <p:nvSpPr>
          <p:cNvPr id="31746" name="Title 1"/>
          <p:cNvSpPr>
            <a:spLocks noGrp="1"/>
          </p:cNvSpPr>
          <p:nvPr>
            <p:ph type="title"/>
          </p:nvPr>
        </p:nvSpPr>
        <p:spPr/>
        <p:txBody>
          <a:bodyPr/>
          <a:lstStyle/>
          <a:p>
            <a:pPr eaLnBrk="1" hangingPunct="1"/>
            <a:r>
              <a:rPr lang="en-US">
                <a:solidFill>
                  <a:schemeClr val="bg1">
                    <a:lumMod val="85000"/>
                  </a:schemeClr>
                </a:solidFill>
              </a:rPr>
              <a:t>Foot wear</a:t>
            </a:r>
          </a:p>
        </p:txBody>
      </p:sp>
      <p:sp>
        <p:nvSpPr>
          <p:cNvPr id="3" name="Content Placeholder 2"/>
          <p:cNvSpPr>
            <a:spLocks noGrp="1"/>
          </p:cNvSpPr>
          <p:nvPr>
            <p:ph idx="1"/>
          </p:nvPr>
        </p:nvSpPr>
        <p:spPr>
          <a:xfrm>
            <a:off x="428625" y="1571625"/>
            <a:ext cx="8229600" cy="4525963"/>
          </a:xfrm>
          <a:prstGeom prst="rect">
            <a:avLst/>
          </a:prstGeom>
        </p:spPr>
        <p:txBody>
          <a:bodyPr/>
          <a:lstStyle/>
          <a:p>
            <a:pPr marL="274320" indent="-274320" eaLnBrk="1" hangingPunct="1" fontAlgn="auto">
              <a:spcAft>
                <a:spcPts val="0"/>
              </a:spcAft>
              <a:buClr>
                <a:schemeClr val="accent1">
                  <a:lumMod val="60000"/>
                  <a:lumOff val="40000"/>
                </a:schemeClr>
              </a:buClr>
            </a:pPr>
            <a:endParaRPr lang="en-IN" sz="1800">
              <a:solidFill>
                <a:schemeClr val="bg1">
                  <a:lumMod val="85000"/>
                </a:schemeClr>
              </a:solidFill>
              <a:latin typeface="Arial"/>
              <a:cs typeface="Arial"/>
            </a:endParaRPr>
          </a:p>
          <a:p>
            <a:pPr marL="274320" indent="-274320" eaLnBrk="1" hangingPunct="1" fontAlgn="auto">
              <a:spcAft>
                <a:spcPts val="0"/>
              </a:spcAft>
              <a:buClr>
                <a:schemeClr val="accent1">
                  <a:lumMod val="60000"/>
                  <a:lumOff val="40000"/>
                </a:schemeClr>
              </a:buClr>
            </a:pPr>
            <a:r>
              <a:rPr lang="en-IN" sz="1800">
                <a:solidFill>
                  <a:schemeClr val="bg1">
                    <a:lumMod val="85000"/>
                  </a:schemeClr>
                </a:solidFill>
                <a:latin typeface="Arial"/>
                <a:cs typeface="Arial"/>
              </a:rPr>
              <a:t>Most Chinese men wore Chinese black cotton shoes, but wealthy higher class people would wear tough black leather shoes for formal occasions. </a:t>
            </a:r>
          </a:p>
          <a:p>
            <a:pPr marL="274320" indent="-274320" eaLnBrk="1" hangingPunct="1" fontAlgn="auto">
              <a:spcAft>
                <a:spcPts val="0"/>
              </a:spcAft>
              <a:buClr>
                <a:schemeClr val="accent1">
                  <a:lumMod val="60000"/>
                  <a:lumOff val="40000"/>
                </a:schemeClr>
              </a:buClr>
            </a:pPr>
            <a:endParaRPr lang="en-IN" sz="1800">
              <a:solidFill>
                <a:schemeClr val="bg1">
                  <a:lumMod val="85000"/>
                </a:schemeClr>
              </a:solidFill>
              <a:latin typeface="Arial"/>
              <a:cs typeface="Arial"/>
            </a:endParaRPr>
          </a:p>
          <a:p>
            <a:pPr marL="274320" indent="-274320" eaLnBrk="1" hangingPunct="1" fontAlgn="auto">
              <a:spcAft>
                <a:spcPts val="0"/>
              </a:spcAft>
              <a:buClr>
                <a:schemeClr val="accent1">
                  <a:lumMod val="60000"/>
                  <a:lumOff val="40000"/>
                </a:schemeClr>
              </a:buClr>
            </a:pPr>
            <a:r>
              <a:rPr lang="en-IN" sz="1800">
                <a:solidFill>
                  <a:schemeClr val="bg1">
                    <a:lumMod val="85000"/>
                  </a:schemeClr>
                </a:solidFill>
                <a:latin typeface="Arial"/>
                <a:cs typeface="Arial"/>
              </a:rPr>
              <a:t>Very rich and wealthy men would wear very bright, beautiful silk shoes sometimes having leather on the inside.</a:t>
            </a:r>
          </a:p>
          <a:p>
            <a:pPr eaLnBrk="1" hangingPunct="1"/>
            <a:endParaRPr lang="en-US" sz="1800">
              <a:solidFill>
                <a:schemeClr val="bg1">
                  <a:lumMod val="85000"/>
                </a:schemeClr>
              </a:solidFill>
            </a:endParaRPr>
          </a:p>
        </p:txBody>
      </p:sp>
      <p:pic>
        <p:nvPicPr>
          <p:cNvPr id="36869" name="Picture 4" descr="C:\Users\ajay pc\Desktop\images.jpg"/>
          <p:cNvPicPr>
            <a:picLocks noChangeAspect="1"/>
          </p:cNvPicPr>
          <p:nvPr/>
        </p:nvPicPr>
        <p:blipFill rotWithShape="1">
          <a:blip r:embed="rId2"/>
          <a:srcRect l="11583" t="7692" r="7335" b="0"/>
          <a:stretch>
            <a:fillRect/>
          </a:stretch>
        </p:blipFill>
        <p:spPr>
          <a:xfrm>
            <a:off x="368300" y="3786188"/>
            <a:ext cx="2417763" cy="2071687"/>
          </a:xfrm>
          <a:prstGeom prst="rect">
            <a:avLst/>
          </a:prstGeom>
          <a:noFill/>
          <a:ln>
            <a:noFill/>
          </a:ln>
        </p:spPr>
      </p:pic>
      <p:pic>
        <p:nvPicPr>
          <p:cNvPr id="36870" name="Picture 5" descr="C:\Users\ajay pc\Desktop\MSH1002_200.jpg"/>
          <p:cNvPicPr>
            <a:picLocks noChangeAspect="1"/>
          </p:cNvPicPr>
          <p:nvPr/>
        </p:nvPicPr>
        <p:blipFill rotWithShape="1">
          <a:blip r:embed="rId3"/>
          <a:srcRect l="0" t="18333" r="2499" b="20000"/>
          <a:stretch>
            <a:fillRect/>
          </a:stretch>
        </p:blipFill>
        <p:spPr>
          <a:xfrm>
            <a:off x="3316288" y="3786188"/>
            <a:ext cx="2184400" cy="2071687"/>
          </a:xfrm>
          <a:prstGeom prst="rect">
            <a:avLst/>
          </a:prstGeom>
          <a:noFill/>
          <a:ln>
            <a:noFill/>
          </a:ln>
        </p:spPr>
      </p:pic>
      <p:pic>
        <p:nvPicPr>
          <p:cNvPr id="36871" name="Picture 7" descr="C:\Users\ajay pc\Desktop\0013729e44e10a467b343c.bmp"/>
          <p:cNvPicPr>
            <a:picLocks noChangeAspect="1"/>
          </p:cNvPicPr>
          <p:nvPr/>
        </p:nvPicPr>
        <p:blipFill rotWithShape="1">
          <a:blip r:embed="rId4"/>
          <a:srcRect l="9999" t="15050" r="6667" b="4681"/>
          <a:stretch>
            <a:fillRect/>
          </a:stretch>
        </p:blipFill>
        <p:spPr>
          <a:xfrm>
            <a:off x="6357938" y="3786188"/>
            <a:ext cx="1643062" cy="2103437"/>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solidFill>
            <a:schemeClr val="phClr">
              <a:shade val="95000"/>
              <a:satMod val="105000"/>
            </a:schemeClr>
          </a:solidFill>
          <a:prstDash val="solid"/>
        </a:ln>
        <a:ln w="25400" cap="flat" cmpd="sng">
          <a:solidFill>
            <a:schemeClr val="phClr"/>
          </a:solidFill>
          <a:prstDash val="solid"/>
        </a:ln>
        <a:ln w="38100" cap="flat" cmpd="sng">
          <a:solidFill>
            <a:schemeClr val="phClr"/>
          </a:solidFill>
          <a:prstDash val="solid"/>
        </a:ln>
      </a:lnStyleLst>
      <a:effectStyleLst>
        <a:effectStyle>
          <a:effectLst>
            <a:outerShdw blurRad="40000" dist="20000" dir="5400000" algn="b" rotWithShape="0">
              <a:srgbClr val="000000">
                <a:alpha val="38000"/>
              </a:srgbClr>
            </a:outerShdw>
          </a:effectLst>
        </a:effectStyle>
        <a:effectStyle>
          <a:effectLst>
            <a:outerShdw blurRad="40000" dist="23000" dir="5400000" algn="b" rotWithShape="0">
              <a:srgbClr val="000000">
                <a:alpha val="35000"/>
              </a:srgbClr>
            </a:outerShdw>
          </a:effectLst>
        </a:effectStyle>
        <a:effectStyle>
          <a:effectLst>
            <a:outerShdw blurRad="40000" dist="23000" dir="5400000" algn="b" rotWithShape="0">
              <a:srgbClr val="000000">
                <a:alpha val="35000"/>
              </a:srgbClr>
            </a:outerShdw>
          </a:effectLst>
          <a:scene3d xmlns:a="http://schemas.openxmlformats.org/drawingml/2006/main">
            <a:camera prst="orthographicFront">
              <a:rot lat="0" lon="0" rev="0"/>
            </a:camera>
            <a:lightRig rig="threePt" dir="t">
              <a:rot lat="0" lon="0" rev="1200000"/>
            </a:lightRig>
          </a:scene3d>
          <a:sp3d xmlns:a="http://schemas.openxmlformats.org/drawingml/2006/main">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xmlns:a="http://schemas.openxmlformats.org/drawingml/2006/main"/>
  <a:extraClrSchemeLst xmlns:a="http://schemas.openxmlformats.org/drawingml/2006/main"/>
</a:theme>
</file>

<file path=docProps/app.xml><?xml version="1.0" encoding="utf-8"?>
<Properties xmlns="http://schemas.openxmlformats.org/officeDocument/2006/extended-properties" xmlns:vt="http://schemas.openxmlformats.org/officeDocument/2006/docPropsVTypes">
  <Application>DeckCraft</Application>
  <Slides>35</Slides>
  <Notes>0</Notes>
  <HiddenSlides>0</HiddenSlid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Ancient Chinese Clothing</dc:title>
  <dc:creator>Akash</dc:creator>
  <cp:lastModifiedBy>haytam kharbouch</cp:lastModifiedBy>
  <cp:revision>128</cp:revision>
  <dcterms:created xsi:type="dcterms:W3CDTF">2013-10-23T00:33:38Z</dcterms:created>
  <dcterms:modified xsi:type="dcterms:W3CDTF">2026-10-16T16:13:04Z</dcterms:modified>
</cp:coreProperties>
</file>